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59" d="100"/>
          <a:sy n="59" d="100"/>
        </p:scale>
        <p:origin x="78" y="15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203B2-DAFC-40C1-A27A-67E9AB3C85AF}" type="datetimeFigureOut">
              <a:rPr lang="en-IN" smtClean="0"/>
              <a:t>25-05-25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EE337-7E0F-4DF3-B0FC-E697C9A8F3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831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2072-6555-DD15-DD43-8941CD13D5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EC093-18F7-34DD-0934-1CA05D0DD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5ED10-F223-7726-2C15-76C2CF065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1A2C-6F1D-7C4D-2F46-97A6C1483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4438F-4691-3E7D-7F20-253E385E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244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E61-CAB4-6BCE-6B2A-2791F1638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A98E9-2D50-2A9B-4CE2-AFF80FA9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125BF-9817-BFAF-2B87-18D856AD1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13B8C-A575-8E3D-DAD1-159972DE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F0A95-49B4-898C-E4E7-AAEC9AA8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77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0FC2-B5E9-80C7-AF80-BE73078A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C425E-4490-54DB-2FD2-EEF438026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DCC1B-7634-45A6-8C2D-6ECB58C6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F2F6F-3F10-DFCB-CD73-3D58A8EF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BB958-9D2D-62F2-9E2E-DEE8BC035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842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1DE1-0C22-8361-3C1B-3D82B6D88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4E6F-EDFC-108B-CE62-FC3EE99E5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7EAF1-2227-D2BF-E48C-1FAE3265C0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5A60-8449-8B46-ED11-8A6A68864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4A1F27-CA57-9D16-E8DE-774FC304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0AAEE-A569-2F62-2955-6B1C2BCB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845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5923-C524-0962-EADB-169858ED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26695-CA5E-E05D-13EF-F53E1ED0E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03B817-2194-D040-795E-D968387D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055EA3-F584-AFFF-5301-59BDEDB6A9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908F3-B32E-275C-6EE2-A0E6947DF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374B4C-499E-8A45-58FD-3FB149419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001471-35CA-AB37-D6BE-99C7EE16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23233-AFAB-1846-51D0-89B6309B7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57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EAE4-A806-2378-7937-CC2C50C4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6FCD5-D686-D010-1DFA-A9FA6441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1BCB8-91E7-BCB8-8C9A-834F0D14F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1205B-75E4-AAF9-0780-0F2F6456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4615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3B2F2-5489-0327-A5DD-B1566352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4F357-8672-549F-B045-0475DAFA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DA933-934F-9019-CBE8-7AA93CC1B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833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7B843-3FF8-6E61-F970-8EADDABF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6268-3D4D-9513-80C6-5DADF17E5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1CBD6-7EB3-C146-25C2-93AC8240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BA633-3D14-E6A4-E0DE-E966029F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4A97F-1B31-B51A-0B04-C86B64AA3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5C7462-AFCC-21C8-FF88-5E3F734F1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34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411DB-650A-DFC1-8314-48486DF0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712BD-8D0A-6DAC-E167-760F41691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CD971-81CD-66F2-AA15-72384A87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BE817-9F28-3313-EC88-EDFC39CD8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8D7B5-D58F-40E0-015A-2218E28B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A3BEA-AF88-4DB0-7E2D-308A975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8159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7B2B9-D4F7-E05A-2538-2514E66D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25053-526B-2453-4B4D-31A89310EE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4D61-7A95-06DE-FEDA-08D8E662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82B3-B109-2E87-0370-0FF8B071C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2EDBB-F41C-858C-1DE8-214B2B12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683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AAF7F-1521-C5D0-DC09-598C7E2041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E469D-313D-0EDA-A68E-4BAA72CCA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3C50D-31BF-2EC7-5B32-3D0CFB8C8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930A-9642-F16D-4D8E-A61FA6F79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72843-4F48-BAB3-5E5C-ECFEC750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414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4FDADA-2070-7993-7B46-CBAA5B5F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09A4C-9366-44F5-CAC5-B16EB217B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DBDD5-2629-A869-6CFC-EAE30DBE1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A8C1-C708-09D9-B07B-85490C617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98445-91FC-D90C-4BDF-F735969D0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286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rpc.io/" TargetMode="External"/><Relationship Id="rId2" Type="http://schemas.openxmlformats.org/officeDocument/2006/relationships/hyperlink" Target="https://en.wikipedia.org/wiki/Remote_procedure_c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AP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8B8A-406C-7692-3937-2786B92BE7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Autofit/>
          </a:bodyPr>
          <a:lstStyle/>
          <a:p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SPOT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b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b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Programme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57C41-6CF9-7331-7745-E54B303328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Niraj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Kishor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Ladhe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Abhishek Dilip Patil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0A58F-60C2-2B31-0465-A6BA25643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31D67-A6CD-37E2-F992-44ED5F5D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CF151-7305-54A9-290E-D3D192A1C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30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RPC	 (Remote Procedure Call)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EB8F0-937E-69A5-7A1A-CEC12D0B0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Boston Dynamics have selected </a:t>
            </a:r>
            <a:r>
              <a:rPr lang="en-IN" dirty="0" err="1">
                <a:hlinkClick r:id="rId3"/>
              </a:rPr>
              <a:t>gRPC</a:t>
            </a:r>
            <a:r>
              <a:rPr lang="en-IN" dirty="0"/>
              <a:t> as the application-level protocol for most of the SPOT </a:t>
            </a:r>
            <a:r>
              <a:rPr lang="en-IN" dirty="0">
                <a:hlinkClick r:id="rId4"/>
              </a:rPr>
              <a:t>API</a:t>
            </a:r>
            <a:r>
              <a:rPr lang="en-IN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26.05.2025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3763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Understanding of SPOT communication &amp; Basic Programme</vt:lpstr>
      <vt:lpstr>RPC  (Remote Procedure Call)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Dilip Patil</dc:creator>
  <cp:lastModifiedBy>Abhishek Dilip Patil</cp:lastModifiedBy>
  <cp:revision>1</cp:revision>
  <dcterms:created xsi:type="dcterms:W3CDTF">2025-05-25T11:18:27Z</dcterms:created>
  <dcterms:modified xsi:type="dcterms:W3CDTF">2025-05-25T11:20:25Z</dcterms:modified>
</cp:coreProperties>
</file>