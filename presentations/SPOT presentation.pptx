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56" r:id="rId2"/>
    <p:sldId id="257" r:id="rId3"/>
    <p:sldId id="259" r:id="rId4"/>
    <p:sldId id="258"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120" d="100"/>
          <a:sy n="120" d="100"/>
        </p:scale>
        <p:origin x="120" y="2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A203B2-DAFC-40C1-A27A-67E9AB3C85AF}" type="datetimeFigureOut">
              <a:rPr lang="en-IN" smtClean="0"/>
              <a:t>25-05-25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7EE337-7E0F-4DF3-B0FC-E697C9A8F3FC}" type="slidenum">
              <a:rPr lang="en-IN" smtClean="0"/>
              <a:t>‹#›</a:t>
            </a:fld>
            <a:endParaRPr lang="en-IN"/>
          </a:p>
        </p:txBody>
      </p:sp>
    </p:spTree>
    <p:extLst>
      <p:ext uri="{BB962C8B-B14F-4D97-AF65-F5344CB8AC3E}">
        <p14:creationId xmlns:p14="http://schemas.microsoft.com/office/powerpoint/2010/main" val="31758316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32072-6555-DD15-DD43-8941CD13D55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de-DE"/>
          </a:p>
        </p:txBody>
      </p:sp>
      <p:sp>
        <p:nvSpPr>
          <p:cNvPr id="3" name="Subtitle 2">
            <a:extLst>
              <a:ext uri="{FF2B5EF4-FFF2-40B4-BE49-F238E27FC236}">
                <a16:creationId xmlns:a16="http://schemas.microsoft.com/office/drawing/2014/main" id="{312EC093-18F7-34DD-0934-1CA05D0DD6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de-DE"/>
          </a:p>
        </p:txBody>
      </p:sp>
      <p:sp>
        <p:nvSpPr>
          <p:cNvPr id="4" name="Date Placeholder 3">
            <a:extLst>
              <a:ext uri="{FF2B5EF4-FFF2-40B4-BE49-F238E27FC236}">
                <a16:creationId xmlns:a16="http://schemas.microsoft.com/office/drawing/2014/main" id="{1155ED10-F223-7726-2C15-76C2CF0653F9}"/>
              </a:ext>
            </a:extLst>
          </p:cNvPr>
          <p:cNvSpPr>
            <a:spLocks noGrp="1"/>
          </p:cNvSpPr>
          <p:nvPr>
            <p:ph type="dt" sz="half" idx="10"/>
          </p:nvPr>
        </p:nvSpPr>
        <p:spPr/>
        <p:txBody>
          <a:bodyPr/>
          <a:lstStyle/>
          <a:p>
            <a:r>
              <a:rPr lang="de-DE"/>
              <a:t>26.05.2025</a:t>
            </a:r>
          </a:p>
        </p:txBody>
      </p:sp>
      <p:sp>
        <p:nvSpPr>
          <p:cNvPr id="5" name="Footer Placeholder 4">
            <a:extLst>
              <a:ext uri="{FF2B5EF4-FFF2-40B4-BE49-F238E27FC236}">
                <a16:creationId xmlns:a16="http://schemas.microsoft.com/office/drawing/2014/main" id="{50511A2C-6F1D-7C4D-2F46-97A6C1483B0A}"/>
              </a:ext>
            </a:extLst>
          </p:cNvPr>
          <p:cNvSpPr>
            <a:spLocks noGrp="1"/>
          </p:cNvSpPr>
          <p:nvPr>
            <p:ph type="ftr" sz="quarter" idx="11"/>
          </p:nvPr>
        </p:nvSpPr>
        <p:spPr/>
        <p:txBody>
          <a:bodyPr/>
          <a:lstStyle/>
          <a:p>
            <a:r>
              <a:rPr lang="en-IN"/>
              <a:t>IDT projects | GDSPOT | SoSe 2025</a:t>
            </a:r>
            <a:endParaRPr lang="de-DE"/>
          </a:p>
        </p:txBody>
      </p:sp>
      <p:sp>
        <p:nvSpPr>
          <p:cNvPr id="6" name="Slide Number Placeholder 5">
            <a:extLst>
              <a:ext uri="{FF2B5EF4-FFF2-40B4-BE49-F238E27FC236}">
                <a16:creationId xmlns:a16="http://schemas.microsoft.com/office/drawing/2014/main" id="{2CA4438F-4691-3E7D-7F20-253E385EEC6B}"/>
              </a:ext>
            </a:extLst>
          </p:cNvPr>
          <p:cNvSpPr>
            <a:spLocks noGrp="1"/>
          </p:cNvSpPr>
          <p:nvPr>
            <p:ph type="sldNum" sz="quarter" idx="12"/>
          </p:nvPr>
        </p:nvSpPr>
        <p:spPr/>
        <p:txBody>
          <a:bodyPr/>
          <a:lstStyle/>
          <a:p>
            <a:fld id="{516988D0-1470-4690-BDE1-E3A50181EF78}" type="slidenum">
              <a:rPr lang="de-DE" smtClean="0"/>
              <a:t>‹#›</a:t>
            </a:fld>
            <a:endParaRPr lang="de-DE"/>
          </a:p>
        </p:txBody>
      </p:sp>
    </p:spTree>
    <p:extLst>
      <p:ext uri="{BB962C8B-B14F-4D97-AF65-F5344CB8AC3E}">
        <p14:creationId xmlns:p14="http://schemas.microsoft.com/office/powerpoint/2010/main" val="11502443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0EE61-CAB4-6BCE-6B2A-2791F1638CF5}"/>
              </a:ext>
            </a:extLst>
          </p:cNvPr>
          <p:cNvSpPr>
            <a:spLocks noGrp="1"/>
          </p:cNvSpPr>
          <p:nvPr>
            <p:ph type="title"/>
          </p:nvPr>
        </p:nvSpPr>
        <p:spPr/>
        <p:txBody>
          <a:bodyPr/>
          <a:lstStyle/>
          <a:p>
            <a:r>
              <a:rPr lang="en-US"/>
              <a:t>Click to edit Master title style</a:t>
            </a:r>
            <a:endParaRPr lang="de-DE"/>
          </a:p>
        </p:txBody>
      </p:sp>
      <p:sp>
        <p:nvSpPr>
          <p:cNvPr id="3" name="Content Placeholder 2">
            <a:extLst>
              <a:ext uri="{FF2B5EF4-FFF2-40B4-BE49-F238E27FC236}">
                <a16:creationId xmlns:a16="http://schemas.microsoft.com/office/drawing/2014/main" id="{1DDA98E9-2D50-2A9B-4CE2-AFF80FA903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E42125BF-9817-BFAF-2B87-18D856AD1927}"/>
              </a:ext>
            </a:extLst>
          </p:cNvPr>
          <p:cNvSpPr>
            <a:spLocks noGrp="1"/>
          </p:cNvSpPr>
          <p:nvPr>
            <p:ph type="dt" sz="half" idx="10"/>
          </p:nvPr>
        </p:nvSpPr>
        <p:spPr/>
        <p:txBody>
          <a:bodyPr/>
          <a:lstStyle/>
          <a:p>
            <a:r>
              <a:rPr lang="de-DE"/>
              <a:t>26.05.2025</a:t>
            </a:r>
          </a:p>
        </p:txBody>
      </p:sp>
      <p:sp>
        <p:nvSpPr>
          <p:cNvPr id="5" name="Footer Placeholder 4">
            <a:extLst>
              <a:ext uri="{FF2B5EF4-FFF2-40B4-BE49-F238E27FC236}">
                <a16:creationId xmlns:a16="http://schemas.microsoft.com/office/drawing/2014/main" id="{0DC13B8C-A575-8E3D-DAD1-159972DE542A}"/>
              </a:ext>
            </a:extLst>
          </p:cNvPr>
          <p:cNvSpPr>
            <a:spLocks noGrp="1"/>
          </p:cNvSpPr>
          <p:nvPr>
            <p:ph type="ftr" sz="quarter" idx="11"/>
          </p:nvPr>
        </p:nvSpPr>
        <p:spPr/>
        <p:txBody>
          <a:bodyPr/>
          <a:lstStyle/>
          <a:p>
            <a:r>
              <a:rPr lang="en-IN"/>
              <a:t>IDT projects | GDSPOT | SoSe 2025</a:t>
            </a:r>
            <a:endParaRPr lang="de-DE"/>
          </a:p>
        </p:txBody>
      </p:sp>
      <p:sp>
        <p:nvSpPr>
          <p:cNvPr id="6" name="Slide Number Placeholder 5">
            <a:extLst>
              <a:ext uri="{FF2B5EF4-FFF2-40B4-BE49-F238E27FC236}">
                <a16:creationId xmlns:a16="http://schemas.microsoft.com/office/drawing/2014/main" id="{96DF0A95-49B4-898C-E4E7-AAEC9AA8C32B}"/>
              </a:ext>
            </a:extLst>
          </p:cNvPr>
          <p:cNvSpPr>
            <a:spLocks noGrp="1"/>
          </p:cNvSpPr>
          <p:nvPr>
            <p:ph type="sldNum" sz="quarter" idx="12"/>
          </p:nvPr>
        </p:nvSpPr>
        <p:spPr/>
        <p:txBody>
          <a:bodyPr/>
          <a:lstStyle/>
          <a:p>
            <a:fld id="{516988D0-1470-4690-BDE1-E3A50181EF78}" type="slidenum">
              <a:rPr lang="de-DE" smtClean="0"/>
              <a:t>‹#›</a:t>
            </a:fld>
            <a:endParaRPr lang="de-DE"/>
          </a:p>
        </p:txBody>
      </p:sp>
    </p:spTree>
    <p:extLst>
      <p:ext uri="{BB962C8B-B14F-4D97-AF65-F5344CB8AC3E}">
        <p14:creationId xmlns:p14="http://schemas.microsoft.com/office/powerpoint/2010/main" val="391772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20FC2-B5E9-80C7-AF80-BE73078A257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de-DE"/>
          </a:p>
        </p:txBody>
      </p:sp>
      <p:sp>
        <p:nvSpPr>
          <p:cNvPr id="3" name="Text Placeholder 2">
            <a:extLst>
              <a:ext uri="{FF2B5EF4-FFF2-40B4-BE49-F238E27FC236}">
                <a16:creationId xmlns:a16="http://schemas.microsoft.com/office/drawing/2014/main" id="{847C425E-4490-54DB-2FD2-EEF438026A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67DCC1B-7634-45A6-8C2D-6ECB58C6CCA2}"/>
              </a:ext>
            </a:extLst>
          </p:cNvPr>
          <p:cNvSpPr>
            <a:spLocks noGrp="1"/>
          </p:cNvSpPr>
          <p:nvPr>
            <p:ph type="dt" sz="half" idx="10"/>
          </p:nvPr>
        </p:nvSpPr>
        <p:spPr/>
        <p:txBody>
          <a:bodyPr/>
          <a:lstStyle/>
          <a:p>
            <a:r>
              <a:rPr lang="de-DE"/>
              <a:t>26.05.2025</a:t>
            </a:r>
          </a:p>
        </p:txBody>
      </p:sp>
      <p:sp>
        <p:nvSpPr>
          <p:cNvPr id="5" name="Footer Placeholder 4">
            <a:extLst>
              <a:ext uri="{FF2B5EF4-FFF2-40B4-BE49-F238E27FC236}">
                <a16:creationId xmlns:a16="http://schemas.microsoft.com/office/drawing/2014/main" id="{4FDF2F6F-3F10-DFCB-CD73-3D58A8EF7C5B}"/>
              </a:ext>
            </a:extLst>
          </p:cNvPr>
          <p:cNvSpPr>
            <a:spLocks noGrp="1"/>
          </p:cNvSpPr>
          <p:nvPr>
            <p:ph type="ftr" sz="quarter" idx="11"/>
          </p:nvPr>
        </p:nvSpPr>
        <p:spPr/>
        <p:txBody>
          <a:bodyPr/>
          <a:lstStyle/>
          <a:p>
            <a:r>
              <a:rPr lang="en-IN"/>
              <a:t>IDT projects | GDSPOT | SoSe 2025</a:t>
            </a:r>
            <a:endParaRPr lang="de-DE"/>
          </a:p>
        </p:txBody>
      </p:sp>
      <p:sp>
        <p:nvSpPr>
          <p:cNvPr id="6" name="Slide Number Placeholder 5">
            <a:extLst>
              <a:ext uri="{FF2B5EF4-FFF2-40B4-BE49-F238E27FC236}">
                <a16:creationId xmlns:a16="http://schemas.microsoft.com/office/drawing/2014/main" id="{44BBB958-9D2D-62F2-9E2E-DEE8BC035C92}"/>
              </a:ext>
            </a:extLst>
          </p:cNvPr>
          <p:cNvSpPr>
            <a:spLocks noGrp="1"/>
          </p:cNvSpPr>
          <p:nvPr>
            <p:ph type="sldNum" sz="quarter" idx="12"/>
          </p:nvPr>
        </p:nvSpPr>
        <p:spPr/>
        <p:txBody>
          <a:bodyPr/>
          <a:lstStyle/>
          <a:p>
            <a:fld id="{516988D0-1470-4690-BDE1-E3A50181EF78}" type="slidenum">
              <a:rPr lang="de-DE" smtClean="0"/>
              <a:t>‹#›</a:t>
            </a:fld>
            <a:endParaRPr lang="de-DE"/>
          </a:p>
        </p:txBody>
      </p:sp>
    </p:spTree>
    <p:extLst>
      <p:ext uri="{BB962C8B-B14F-4D97-AF65-F5344CB8AC3E}">
        <p14:creationId xmlns:p14="http://schemas.microsoft.com/office/powerpoint/2010/main" val="18884253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51DE1-0C22-8361-3C1B-3D82B6D888A0}"/>
              </a:ext>
            </a:extLst>
          </p:cNvPr>
          <p:cNvSpPr>
            <a:spLocks noGrp="1"/>
          </p:cNvSpPr>
          <p:nvPr>
            <p:ph type="title"/>
          </p:nvPr>
        </p:nvSpPr>
        <p:spPr/>
        <p:txBody>
          <a:bodyPr/>
          <a:lstStyle/>
          <a:p>
            <a:r>
              <a:rPr lang="en-US"/>
              <a:t>Click to edit Master title style</a:t>
            </a:r>
            <a:endParaRPr lang="de-DE"/>
          </a:p>
        </p:txBody>
      </p:sp>
      <p:sp>
        <p:nvSpPr>
          <p:cNvPr id="3" name="Content Placeholder 2">
            <a:extLst>
              <a:ext uri="{FF2B5EF4-FFF2-40B4-BE49-F238E27FC236}">
                <a16:creationId xmlns:a16="http://schemas.microsoft.com/office/drawing/2014/main" id="{FFDE4E6F-EDFC-108B-CE62-FC3EE99E5E2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Content Placeholder 3">
            <a:extLst>
              <a:ext uri="{FF2B5EF4-FFF2-40B4-BE49-F238E27FC236}">
                <a16:creationId xmlns:a16="http://schemas.microsoft.com/office/drawing/2014/main" id="{F6F7EAF1-2227-D2BF-E48C-1FAE3265C0E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5" name="Date Placeholder 4">
            <a:extLst>
              <a:ext uri="{FF2B5EF4-FFF2-40B4-BE49-F238E27FC236}">
                <a16:creationId xmlns:a16="http://schemas.microsoft.com/office/drawing/2014/main" id="{792C5A60-8449-8B46-ED11-8A6A6886455E}"/>
              </a:ext>
            </a:extLst>
          </p:cNvPr>
          <p:cNvSpPr>
            <a:spLocks noGrp="1"/>
          </p:cNvSpPr>
          <p:nvPr>
            <p:ph type="dt" sz="half" idx="10"/>
          </p:nvPr>
        </p:nvSpPr>
        <p:spPr/>
        <p:txBody>
          <a:bodyPr/>
          <a:lstStyle/>
          <a:p>
            <a:r>
              <a:rPr lang="de-DE"/>
              <a:t>26.05.2025</a:t>
            </a:r>
          </a:p>
        </p:txBody>
      </p:sp>
      <p:sp>
        <p:nvSpPr>
          <p:cNvPr id="6" name="Footer Placeholder 5">
            <a:extLst>
              <a:ext uri="{FF2B5EF4-FFF2-40B4-BE49-F238E27FC236}">
                <a16:creationId xmlns:a16="http://schemas.microsoft.com/office/drawing/2014/main" id="{E54A1F27-CA57-9D16-E8DE-774FC3045EC0}"/>
              </a:ext>
            </a:extLst>
          </p:cNvPr>
          <p:cNvSpPr>
            <a:spLocks noGrp="1"/>
          </p:cNvSpPr>
          <p:nvPr>
            <p:ph type="ftr" sz="quarter" idx="11"/>
          </p:nvPr>
        </p:nvSpPr>
        <p:spPr/>
        <p:txBody>
          <a:bodyPr/>
          <a:lstStyle/>
          <a:p>
            <a:r>
              <a:rPr lang="en-IN"/>
              <a:t>IDT projects | GDSPOT | SoSe 2025</a:t>
            </a:r>
            <a:endParaRPr lang="de-DE"/>
          </a:p>
        </p:txBody>
      </p:sp>
      <p:sp>
        <p:nvSpPr>
          <p:cNvPr id="7" name="Slide Number Placeholder 6">
            <a:extLst>
              <a:ext uri="{FF2B5EF4-FFF2-40B4-BE49-F238E27FC236}">
                <a16:creationId xmlns:a16="http://schemas.microsoft.com/office/drawing/2014/main" id="{7420AAEE-A569-2F62-2955-6B1C2BCBCC7C}"/>
              </a:ext>
            </a:extLst>
          </p:cNvPr>
          <p:cNvSpPr>
            <a:spLocks noGrp="1"/>
          </p:cNvSpPr>
          <p:nvPr>
            <p:ph type="sldNum" sz="quarter" idx="12"/>
          </p:nvPr>
        </p:nvSpPr>
        <p:spPr/>
        <p:txBody>
          <a:bodyPr/>
          <a:lstStyle/>
          <a:p>
            <a:fld id="{516988D0-1470-4690-BDE1-E3A50181EF78}" type="slidenum">
              <a:rPr lang="de-DE" smtClean="0"/>
              <a:t>‹#›</a:t>
            </a:fld>
            <a:endParaRPr lang="de-DE"/>
          </a:p>
        </p:txBody>
      </p:sp>
    </p:spTree>
    <p:extLst>
      <p:ext uri="{BB962C8B-B14F-4D97-AF65-F5344CB8AC3E}">
        <p14:creationId xmlns:p14="http://schemas.microsoft.com/office/powerpoint/2010/main" val="24258452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75923-C524-0962-EADB-169858EDBAA3}"/>
              </a:ext>
            </a:extLst>
          </p:cNvPr>
          <p:cNvSpPr>
            <a:spLocks noGrp="1"/>
          </p:cNvSpPr>
          <p:nvPr>
            <p:ph type="title"/>
          </p:nvPr>
        </p:nvSpPr>
        <p:spPr>
          <a:xfrm>
            <a:off x="839788" y="365125"/>
            <a:ext cx="10515600" cy="1325563"/>
          </a:xfrm>
        </p:spPr>
        <p:txBody>
          <a:bodyPr/>
          <a:lstStyle/>
          <a:p>
            <a:r>
              <a:rPr lang="en-US"/>
              <a:t>Click to edit Master title style</a:t>
            </a:r>
            <a:endParaRPr lang="de-DE"/>
          </a:p>
        </p:txBody>
      </p:sp>
      <p:sp>
        <p:nvSpPr>
          <p:cNvPr id="3" name="Text Placeholder 2">
            <a:extLst>
              <a:ext uri="{FF2B5EF4-FFF2-40B4-BE49-F238E27FC236}">
                <a16:creationId xmlns:a16="http://schemas.microsoft.com/office/drawing/2014/main" id="{44B26695-CA5E-E05D-13EF-F53E1ED0E1B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03B817-2194-D040-795E-D968387D555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5" name="Text Placeholder 4">
            <a:extLst>
              <a:ext uri="{FF2B5EF4-FFF2-40B4-BE49-F238E27FC236}">
                <a16:creationId xmlns:a16="http://schemas.microsoft.com/office/drawing/2014/main" id="{73055EA3-F584-AFFF-5301-59BDEDB6A9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5B908F3-B32E-275C-6EE2-A0E6947DFC8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7" name="Date Placeholder 6">
            <a:extLst>
              <a:ext uri="{FF2B5EF4-FFF2-40B4-BE49-F238E27FC236}">
                <a16:creationId xmlns:a16="http://schemas.microsoft.com/office/drawing/2014/main" id="{ED374B4C-499E-8A45-58FD-3FB14941998E}"/>
              </a:ext>
            </a:extLst>
          </p:cNvPr>
          <p:cNvSpPr>
            <a:spLocks noGrp="1"/>
          </p:cNvSpPr>
          <p:nvPr>
            <p:ph type="dt" sz="half" idx="10"/>
          </p:nvPr>
        </p:nvSpPr>
        <p:spPr/>
        <p:txBody>
          <a:bodyPr/>
          <a:lstStyle/>
          <a:p>
            <a:r>
              <a:rPr lang="de-DE"/>
              <a:t>26.05.2025</a:t>
            </a:r>
          </a:p>
        </p:txBody>
      </p:sp>
      <p:sp>
        <p:nvSpPr>
          <p:cNvPr id="8" name="Footer Placeholder 7">
            <a:extLst>
              <a:ext uri="{FF2B5EF4-FFF2-40B4-BE49-F238E27FC236}">
                <a16:creationId xmlns:a16="http://schemas.microsoft.com/office/drawing/2014/main" id="{99001471-35CA-AB37-D6BE-99C7EE168D60}"/>
              </a:ext>
            </a:extLst>
          </p:cNvPr>
          <p:cNvSpPr>
            <a:spLocks noGrp="1"/>
          </p:cNvSpPr>
          <p:nvPr>
            <p:ph type="ftr" sz="quarter" idx="11"/>
          </p:nvPr>
        </p:nvSpPr>
        <p:spPr/>
        <p:txBody>
          <a:bodyPr/>
          <a:lstStyle/>
          <a:p>
            <a:r>
              <a:rPr lang="en-IN"/>
              <a:t>IDT projects | GDSPOT | SoSe 2025</a:t>
            </a:r>
            <a:endParaRPr lang="de-DE"/>
          </a:p>
        </p:txBody>
      </p:sp>
      <p:sp>
        <p:nvSpPr>
          <p:cNvPr id="9" name="Slide Number Placeholder 8">
            <a:extLst>
              <a:ext uri="{FF2B5EF4-FFF2-40B4-BE49-F238E27FC236}">
                <a16:creationId xmlns:a16="http://schemas.microsoft.com/office/drawing/2014/main" id="{51C23233-AFAB-1846-51D0-89B6309B73E6}"/>
              </a:ext>
            </a:extLst>
          </p:cNvPr>
          <p:cNvSpPr>
            <a:spLocks noGrp="1"/>
          </p:cNvSpPr>
          <p:nvPr>
            <p:ph type="sldNum" sz="quarter" idx="12"/>
          </p:nvPr>
        </p:nvSpPr>
        <p:spPr/>
        <p:txBody>
          <a:bodyPr/>
          <a:lstStyle/>
          <a:p>
            <a:fld id="{516988D0-1470-4690-BDE1-E3A50181EF78}" type="slidenum">
              <a:rPr lang="de-DE" smtClean="0"/>
              <a:t>‹#›</a:t>
            </a:fld>
            <a:endParaRPr lang="de-DE"/>
          </a:p>
        </p:txBody>
      </p:sp>
    </p:spTree>
    <p:extLst>
      <p:ext uri="{BB962C8B-B14F-4D97-AF65-F5344CB8AC3E}">
        <p14:creationId xmlns:p14="http://schemas.microsoft.com/office/powerpoint/2010/main" val="39145756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4EAE4-A806-2378-7937-CC2C50C4DD88}"/>
              </a:ext>
            </a:extLst>
          </p:cNvPr>
          <p:cNvSpPr>
            <a:spLocks noGrp="1"/>
          </p:cNvSpPr>
          <p:nvPr>
            <p:ph type="title"/>
          </p:nvPr>
        </p:nvSpPr>
        <p:spPr/>
        <p:txBody>
          <a:bodyPr/>
          <a:lstStyle/>
          <a:p>
            <a:r>
              <a:rPr lang="en-US"/>
              <a:t>Click to edit Master title style</a:t>
            </a:r>
            <a:endParaRPr lang="de-DE"/>
          </a:p>
        </p:txBody>
      </p:sp>
      <p:sp>
        <p:nvSpPr>
          <p:cNvPr id="3" name="Date Placeholder 2">
            <a:extLst>
              <a:ext uri="{FF2B5EF4-FFF2-40B4-BE49-F238E27FC236}">
                <a16:creationId xmlns:a16="http://schemas.microsoft.com/office/drawing/2014/main" id="{FD26FCD5-D686-D010-1DFA-A9FA6441BD7B}"/>
              </a:ext>
            </a:extLst>
          </p:cNvPr>
          <p:cNvSpPr>
            <a:spLocks noGrp="1"/>
          </p:cNvSpPr>
          <p:nvPr>
            <p:ph type="dt" sz="half" idx="10"/>
          </p:nvPr>
        </p:nvSpPr>
        <p:spPr/>
        <p:txBody>
          <a:bodyPr/>
          <a:lstStyle/>
          <a:p>
            <a:r>
              <a:rPr lang="de-DE"/>
              <a:t>26.05.2025</a:t>
            </a:r>
          </a:p>
        </p:txBody>
      </p:sp>
      <p:sp>
        <p:nvSpPr>
          <p:cNvPr id="4" name="Footer Placeholder 3">
            <a:extLst>
              <a:ext uri="{FF2B5EF4-FFF2-40B4-BE49-F238E27FC236}">
                <a16:creationId xmlns:a16="http://schemas.microsoft.com/office/drawing/2014/main" id="{8621BCB8-91E7-BCB8-8C9A-834F0D14F48F}"/>
              </a:ext>
            </a:extLst>
          </p:cNvPr>
          <p:cNvSpPr>
            <a:spLocks noGrp="1"/>
          </p:cNvSpPr>
          <p:nvPr>
            <p:ph type="ftr" sz="quarter" idx="11"/>
          </p:nvPr>
        </p:nvSpPr>
        <p:spPr/>
        <p:txBody>
          <a:bodyPr/>
          <a:lstStyle/>
          <a:p>
            <a:r>
              <a:rPr lang="en-IN"/>
              <a:t>IDT projects | GDSPOT | SoSe 2025</a:t>
            </a:r>
            <a:endParaRPr lang="de-DE"/>
          </a:p>
        </p:txBody>
      </p:sp>
      <p:sp>
        <p:nvSpPr>
          <p:cNvPr id="5" name="Slide Number Placeholder 4">
            <a:extLst>
              <a:ext uri="{FF2B5EF4-FFF2-40B4-BE49-F238E27FC236}">
                <a16:creationId xmlns:a16="http://schemas.microsoft.com/office/drawing/2014/main" id="{4B01205B-75E4-AAF9-0780-0F2F64564B23}"/>
              </a:ext>
            </a:extLst>
          </p:cNvPr>
          <p:cNvSpPr>
            <a:spLocks noGrp="1"/>
          </p:cNvSpPr>
          <p:nvPr>
            <p:ph type="sldNum" sz="quarter" idx="12"/>
          </p:nvPr>
        </p:nvSpPr>
        <p:spPr/>
        <p:txBody>
          <a:bodyPr/>
          <a:lstStyle/>
          <a:p>
            <a:fld id="{516988D0-1470-4690-BDE1-E3A50181EF78}" type="slidenum">
              <a:rPr lang="de-DE" smtClean="0"/>
              <a:t>‹#›</a:t>
            </a:fld>
            <a:endParaRPr lang="de-DE"/>
          </a:p>
        </p:txBody>
      </p:sp>
    </p:spTree>
    <p:extLst>
      <p:ext uri="{BB962C8B-B14F-4D97-AF65-F5344CB8AC3E}">
        <p14:creationId xmlns:p14="http://schemas.microsoft.com/office/powerpoint/2010/main" val="42746150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43B2F2-5489-0327-A5DD-B156635278CE}"/>
              </a:ext>
            </a:extLst>
          </p:cNvPr>
          <p:cNvSpPr>
            <a:spLocks noGrp="1"/>
          </p:cNvSpPr>
          <p:nvPr>
            <p:ph type="dt" sz="half" idx="10"/>
          </p:nvPr>
        </p:nvSpPr>
        <p:spPr/>
        <p:txBody>
          <a:bodyPr/>
          <a:lstStyle/>
          <a:p>
            <a:r>
              <a:rPr lang="de-DE"/>
              <a:t>26.05.2025</a:t>
            </a:r>
          </a:p>
        </p:txBody>
      </p:sp>
      <p:sp>
        <p:nvSpPr>
          <p:cNvPr id="3" name="Footer Placeholder 2">
            <a:extLst>
              <a:ext uri="{FF2B5EF4-FFF2-40B4-BE49-F238E27FC236}">
                <a16:creationId xmlns:a16="http://schemas.microsoft.com/office/drawing/2014/main" id="{0374F357-8672-549F-B045-0475DAFA841E}"/>
              </a:ext>
            </a:extLst>
          </p:cNvPr>
          <p:cNvSpPr>
            <a:spLocks noGrp="1"/>
          </p:cNvSpPr>
          <p:nvPr>
            <p:ph type="ftr" sz="quarter" idx="11"/>
          </p:nvPr>
        </p:nvSpPr>
        <p:spPr/>
        <p:txBody>
          <a:bodyPr/>
          <a:lstStyle/>
          <a:p>
            <a:r>
              <a:rPr lang="en-IN"/>
              <a:t>IDT projects | GDSPOT | SoSe 2025</a:t>
            </a:r>
            <a:endParaRPr lang="de-DE"/>
          </a:p>
        </p:txBody>
      </p:sp>
      <p:sp>
        <p:nvSpPr>
          <p:cNvPr id="4" name="Slide Number Placeholder 3">
            <a:extLst>
              <a:ext uri="{FF2B5EF4-FFF2-40B4-BE49-F238E27FC236}">
                <a16:creationId xmlns:a16="http://schemas.microsoft.com/office/drawing/2014/main" id="{680DA933-934F-9019-CBE8-7AA93CC1B9C4}"/>
              </a:ext>
            </a:extLst>
          </p:cNvPr>
          <p:cNvSpPr>
            <a:spLocks noGrp="1"/>
          </p:cNvSpPr>
          <p:nvPr>
            <p:ph type="sldNum" sz="quarter" idx="12"/>
          </p:nvPr>
        </p:nvSpPr>
        <p:spPr/>
        <p:txBody>
          <a:bodyPr/>
          <a:lstStyle/>
          <a:p>
            <a:fld id="{516988D0-1470-4690-BDE1-E3A50181EF78}" type="slidenum">
              <a:rPr lang="de-DE" smtClean="0"/>
              <a:t>‹#›</a:t>
            </a:fld>
            <a:endParaRPr lang="de-DE"/>
          </a:p>
        </p:txBody>
      </p:sp>
    </p:spTree>
    <p:extLst>
      <p:ext uri="{BB962C8B-B14F-4D97-AF65-F5344CB8AC3E}">
        <p14:creationId xmlns:p14="http://schemas.microsoft.com/office/powerpoint/2010/main" val="2878339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7B843-3FF8-6E61-F970-8EADDABF44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e-DE"/>
          </a:p>
        </p:txBody>
      </p:sp>
      <p:sp>
        <p:nvSpPr>
          <p:cNvPr id="3" name="Content Placeholder 2">
            <a:extLst>
              <a:ext uri="{FF2B5EF4-FFF2-40B4-BE49-F238E27FC236}">
                <a16:creationId xmlns:a16="http://schemas.microsoft.com/office/drawing/2014/main" id="{C0816268-3D4D-9513-80C6-5DADF17E58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Text Placeholder 3">
            <a:extLst>
              <a:ext uri="{FF2B5EF4-FFF2-40B4-BE49-F238E27FC236}">
                <a16:creationId xmlns:a16="http://schemas.microsoft.com/office/drawing/2014/main" id="{F191CBD6-7EB3-C146-25C2-93AC82407B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7BA633-3D14-E6A4-E0DE-E966029F9B02}"/>
              </a:ext>
            </a:extLst>
          </p:cNvPr>
          <p:cNvSpPr>
            <a:spLocks noGrp="1"/>
          </p:cNvSpPr>
          <p:nvPr>
            <p:ph type="dt" sz="half" idx="10"/>
          </p:nvPr>
        </p:nvSpPr>
        <p:spPr/>
        <p:txBody>
          <a:bodyPr/>
          <a:lstStyle/>
          <a:p>
            <a:r>
              <a:rPr lang="de-DE"/>
              <a:t>26.05.2025</a:t>
            </a:r>
          </a:p>
        </p:txBody>
      </p:sp>
      <p:sp>
        <p:nvSpPr>
          <p:cNvPr id="6" name="Footer Placeholder 5">
            <a:extLst>
              <a:ext uri="{FF2B5EF4-FFF2-40B4-BE49-F238E27FC236}">
                <a16:creationId xmlns:a16="http://schemas.microsoft.com/office/drawing/2014/main" id="{B884A97F-1B31-B51A-0B04-C86B64AA3147}"/>
              </a:ext>
            </a:extLst>
          </p:cNvPr>
          <p:cNvSpPr>
            <a:spLocks noGrp="1"/>
          </p:cNvSpPr>
          <p:nvPr>
            <p:ph type="ftr" sz="quarter" idx="11"/>
          </p:nvPr>
        </p:nvSpPr>
        <p:spPr/>
        <p:txBody>
          <a:bodyPr/>
          <a:lstStyle/>
          <a:p>
            <a:r>
              <a:rPr lang="en-IN"/>
              <a:t>IDT projects | GDSPOT | SoSe 2025</a:t>
            </a:r>
            <a:endParaRPr lang="de-DE"/>
          </a:p>
        </p:txBody>
      </p:sp>
      <p:sp>
        <p:nvSpPr>
          <p:cNvPr id="7" name="Slide Number Placeholder 6">
            <a:extLst>
              <a:ext uri="{FF2B5EF4-FFF2-40B4-BE49-F238E27FC236}">
                <a16:creationId xmlns:a16="http://schemas.microsoft.com/office/drawing/2014/main" id="{A35C7462-AFCC-21C8-FF88-5E3F734F1E59}"/>
              </a:ext>
            </a:extLst>
          </p:cNvPr>
          <p:cNvSpPr>
            <a:spLocks noGrp="1"/>
          </p:cNvSpPr>
          <p:nvPr>
            <p:ph type="sldNum" sz="quarter" idx="12"/>
          </p:nvPr>
        </p:nvSpPr>
        <p:spPr/>
        <p:txBody>
          <a:bodyPr/>
          <a:lstStyle/>
          <a:p>
            <a:fld id="{516988D0-1470-4690-BDE1-E3A50181EF78}" type="slidenum">
              <a:rPr lang="de-DE" smtClean="0"/>
              <a:t>‹#›</a:t>
            </a:fld>
            <a:endParaRPr lang="de-DE"/>
          </a:p>
        </p:txBody>
      </p:sp>
    </p:spTree>
    <p:extLst>
      <p:ext uri="{BB962C8B-B14F-4D97-AF65-F5344CB8AC3E}">
        <p14:creationId xmlns:p14="http://schemas.microsoft.com/office/powerpoint/2010/main" val="41563461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411DB-650A-DFC1-8314-48486DF0A9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e-DE"/>
          </a:p>
        </p:txBody>
      </p:sp>
      <p:sp>
        <p:nvSpPr>
          <p:cNvPr id="3" name="Picture Placeholder 2">
            <a:extLst>
              <a:ext uri="{FF2B5EF4-FFF2-40B4-BE49-F238E27FC236}">
                <a16:creationId xmlns:a16="http://schemas.microsoft.com/office/drawing/2014/main" id="{FB9712BD-8D0A-6DAC-E167-760F416917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 Placeholder 3">
            <a:extLst>
              <a:ext uri="{FF2B5EF4-FFF2-40B4-BE49-F238E27FC236}">
                <a16:creationId xmlns:a16="http://schemas.microsoft.com/office/drawing/2014/main" id="{7F1CD971-81CD-66F2-AA15-72384A8788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CBE817-9F28-3313-EC88-EDFC39CD8D76}"/>
              </a:ext>
            </a:extLst>
          </p:cNvPr>
          <p:cNvSpPr>
            <a:spLocks noGrp="1"/>
          </p:cNvSpPr>
          <p:nvPr>
            <p:ph type="dt" sz="half" idx="10"/>
          </p:nvPr>
        </p:nvSpPr>
        <p:spPr/>
        <p:txBody>
          <a:bodyPr/>
          <a:lstStyle/>
          <a:p>
            <a:r>
              <a:rPr lang="de-DE"/>
              <a:t>26.05.2025</a:t>
            </a:r>
          </a:p>
        </p:txBody>
      </p:sp>
      <p:sp>
        <p:nvSpPr>
          <p:cNvPr id="6" name="Footer Placeholder 5">
            <a:extLst>
              <a:ext uri="{FF2B5EF4-FFF2-40B4-BE49-F238E27FC236}">
                <a16:creationId xmlns:a16="http://schemas.microsoft.com/office/drawing/2014/main" id="{1D48D7B5-D58F-40E0-015A-2218E28B9DC8}"/>
              </a:ext>
            </a:extLst>
          </p:cNvPr>
          <p:cNvSpPr>
            <a:spLocks noGrp="1"/>
          </p:cNvSpPr>
          <p:nvPr>
            <p:ph type="ftr" sz="quarter" idx="11"/>
          </p:nvPr>
        </p:nvSpPr>
        <p:spPr/>
        <p:txBody>
          <a:bodyPr/>
          <a:lstStyle/>
          <a:p>
            <a:r>
              <a:rPr lang="en-IN"/>
              <a:t>IDT projects | GDSPOT | SoSe 2025</a:t>
            </a:r>
            <a:endParaRPr lang="de-DE"/>
          </a:p>
        </p:txBody>
      </p:sp>
      <p:sp>
        <p:nvSpPr>
          <p:cNvPr id="7" name="Slide Number Placeholder 6">
            <a:extLst>
              <a:ext uri="{FF2B5EF4-FFF2-40B4-BE49-F238E27FC236}">
                <a16:creationId xmlns:a16="http://schemas.microsoft.com/office/drawing/2014/main" id="{915A3BEA-AF88-4DB0-7E2D-308A975F715A}"/>
              </a:ext>
            </a:extLst>
          </p:cNvPr>
          <p:cNvSpPr>
            <a:spLocks noGrp="1"/>
          </p:cNvSpPr>
          <p:nvPr>
            <p:ph type="sldNum" sz="quarter" idx="12"/>
          </p:nvPr>
        </p:nvSpPr>
        <p:spPr/>
        <p:txBody>
          <a:bodyPr/>
          <a:lstStyle/>
          <a:p>
            <a:fld id="{516988D0-1470-4690-BDE1-E3A50181EF78}" type="slidenum">
              <a:rPr lang="de-DE" smtClean="0"/>
              <a:t>‹#›</a:t>
            </a:fld>
            <a:endParaRPr lang="de-DE"/>
          </a:p>
        </p:txBody>
      </p:sp>
    </p:spTree>
    <p:extLst>
      <p:ext uri="{BB962C8B-B14F-4D97-AF65-F5344CB8AC3E}">
        <p14:creationId xmlns:p14="http://schemas.microsoft.com/office/powerpoint/2010/main" val="38681599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7B2B9-D4F7-E05A-2538-2514E66D3FA1}"/>
              </a:ext>
            </a:extLst>
          </p:cNvPr>
          <p:cNvSpPr>
            <a:spLocks noGrp="1"/>
          </p:cNvSpPr>
          <p:nvPr>
            <p:ph type="title"/>
          </p:nvPr>
        </p:nvSpPr>
        <p:spPr/>
        <p:txBody>
          <a:bodyPr/>
          <a:lstStyle/>
          <a:p>
            <a:r>
              <a:rPr lang="en-US"/>
              <a:t>Click to edit Master title style</a:t>
            </a:r>
            <a:endParaRPr lang="de-DE"/>
          </a:p>
        </p:txBody>
      </p:sp>
      <p:sp>
        <p:nvSpPr>
          <p:cNvPr id="3" name="Vertical Text Placeholder 2">
            <a:extLst>
              <a:ext uri="{FF2B5EF4-FFF2-40B4-BE49-F238E27FC236}">
                <a16:creationId xmlns:a16="http://schemas.microsoft.com/office/drawing/2014/main" id="{B5A25053-526B-2453-4B4D-31A89310EEF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39174D61-7A95-06DE-FEDA-08D8E6620DC5}"/>
              </a:ext>
            </a:extLst>
          </p:cNvPr>
          <p:cNvSpPr>
            <a:spLocks noGrp="1"/>
          </p:cNvSpPr>
          <p:nvPr>
            <p:ph type="dt" sz="half" idx="10"/>
          </p:nvPr>
        </p:nvSpPr>
        <p:spPr/>
        <p:txBody>
          <a:bodyPr/>
          <a:lstStyle/>
          <a:p>
            <a:r>
              <a:rPr lang="de-DE"/>
              <a:t>26.05.2025</a:t>
            </a:r>
          </a:p>
        </p:txBody>
      </p:sp>
      <p:sp>
        <p:nvSpPr>
          <p:cNvPr id="5" name="Footer Placeholder 4">
            <a:extLst>
              <a:ext uri="{FF2B5EF4-FFF2-40B4-BE49-F238E27FC236}">
                <a16:creationId xmlns:a16="http://schemas.microsoft.com/office/drawing/2014/main" id="{399D82B3-B109-2E87-0370-0FF8B071C346}"/>
              </a:ext>
            </a:extLst>
          </p:cNvPr>
          <p:cNvSpPr>
            <a:spLocks noGrp="1"/>
          </p:cNvSpPr>
          <p:nvPr>
            <p:ph type="ftr" sz="quarter" idx="11"/>
          </p:nvPr>
        </p:nvSpPr>
        <p:spPr/>
        <p:txBody>
          <a:bodyPr/>
          <a:lstStyle/>
          <a:p>
            <a:r>
              <a:rPr lang="en-IN"/>
              <a:t>IDT projects | GDSPOT | SoSe 2025</a:t>
            </a:r>
            <a:endParaRPr lang="de-DE"/>
          </a:p>
        </p:txBody>
      </p:sp>
      <p:sp>
        <p:nvSpPr>
          <p:cNvPr id="6" name="Slide Number Placeholder 5">
            <a:extLst>
              <a:ext uri="{FF2B5EF4-FFF2-40B4-BE49-F238E27FC236}">
                <a16:creationId xmlns:a16="http://schemas.microsoft.com/office/drawing/2014/main" id="{6D42EDBB-F41C-858C-1DE8-214B2B1217FE}"/>
              </a:ext>
            </a:extLst>
          </p:cNvPr>
          <p:cNvSpPr>
            <a:spLocks noGrp="1"/>
          </p:cNvSpPr>
          <p:nvPr>
            <p:ph type="sldNum" sz="quarter" idx="12"/>
          </p:nvPr>
        </p:nvSpPr>
        <p:spPr/>
        <p:txBody>
          <a:bodyPr/>
          <a:lstStyle/>
          <a:p>
            <a:fld id="{516988D0-1470-4690-BDE1-E3A50181EF78}" type="slidenum">
              <a:rPr lang="de-DE" smtClean="0"/>
              <a:t>‹#›</a:t>
            </a:fld>
            <a:endParaRPr lang="de-DE"/>
          </a:p>
        </p:txBody>
      </p:sp>
    </p:spTree>
    <p:extLst>
      <p:ext uri="{BB962C8B-B14F-4D97-AF65-F5344CB8AC3E}">
        <p14:creationId xmlns:p14="http://schemas.microsoft.com/office/powerpoint/2010/main" val="30668344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83AAF7F-1521-C5D0-DC09-598C7E2041B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de-DE"/>
          </a:p>
        </p:txBody>
      </p:sp>
      <p:sp>
        <p:nvSpPr>
          <p:cNvPr id="3" name="Vertical Text Placeholder 2">
            <a:extLst>
              <a:ext uri="{FF2B5EF4-FFF2-40B4-BE49-F238E27FC236}">
                <a16:creationId xmlns:a16="http://schemas.microsoft.com/office/drawing/2014/main" id="{70BE469D-313D-0EDA-A68E-4BAA72CCAA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6453C50D-31BF-2EC7-5B32-3D0CFB8C898C}"/>
              </a:ext>
            </a:extLst>
          </p:cNvPr>
          <p:cNvSpPr>
            <a:spLocks noGrp="1"/>
          </p:cNvSpPr>
          <p:nvPr>
            <p:ph type="dt" sz="half" idx="10"/>
          </p:nvPr>
        </p:nvSpPr>
        <p:spPr/>
        <p:txBody>
          <a:bodyPr/>
          <a:lstStyle/>
          <a:p>
            <a:r>
              <a:rPr lang="de-DE"/>
              <a:t>26.05.2025</a:t>
            </a:r>
          </a:p>
        </p:txBody>
      </p:sp>
      <p:sp>
        <p:nvSpPr>
          <p:cNvPr id="5" name="Footer Placeholder 4">
            <a:extLst>
              <a:ext uri="{FF2B5EF4-FFF2-40B4-BE49-F238E27FC236}">
                <a16:creationId xmlns:a16="http://schemas.microsoft.com/office/drawing/2014/main" id="{4863930A-9642-F16D-4D8E-A61FA6F79D1B}"/>
              </a:ext>
            </a:extLst>
          </p:cNvPr>
          <p:cNvSpPr>
            <a:spLocks noGrp="1"/>
          </p:cNvSpPr>
          <p:nvPr>
            <p:ph type="ftr" sz="quarter" idx="11"/>
          </p:nvPr>
        </p:nvSpPr>
        <p:spPr/>
        <p:txBody>
          <a:bodyPr/>
          <a:lstStyle/>
          <a:p>
            <a:r>
              <a:rPr lang="en-IN"/>
              <a:t>IDT projects | GDSPOT | SoSe 2025</a:t>
            </a:r>
            <a:endParaRPr lang="de-DE"/>
          </a:p>
        </p:txBody>
      </p:sp>
      <p:sp>
        <p:nvSpPr>
          <p:cNvPr id="6" name="Slide Number Placeholder 5">
            <a:extLst>
              <a:ext uri="{FF2B5EF4-FFF2-40B4-BE49-F238E27FC236}">
                <a16:creationId xmlns:a16="http://schemas.microsoft.com/office/drawing/2014/main" id="{20772843-4F48-BAB3-5E5C-ECFEC750A19D}"/>
              </a:ext>
            </a:extLst>
          </p:cNvPr>
          <p:cNvSpPr>
            <a:spLocks noGrp="1"/>
          </p:cNvSpPr>
          <p:nvPr>
            <p:ph type="sldNum" sz="quarter" idx="12"/>
          </p:nvPr>
        </p:nvSpPr>
        <p:spPr/>
        <p:txBody>
          <a:bodyPr/>
          <a:lstStyle/>
          <a:p>
            <a:fld id="{516988D0-1470-4690-BDE1-E3A50181EF78}" type="slidenum">
              <a:rPr lang="de-DE" smtClean="0"/>
              <a:t>‹#›</a:t>
            </a:fld>
            <a:endParaRPr lang="de-DE"/>
          </a:p>
        </p:txBody>
      </p:sp>
    </p:spTree>
    <p:extLst>
      <p:ext uri="{BB962C8B-B14F-4D97-AF65-F5344CB8AC3E}">
        <p14:creationId xmlns:p14="http://schemas.microsoft.com/office/powerpoint/2010/main" val="2914141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D4FDADA-2070-7993-7B46-CBAA5B5F1A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de-DE"/>
          </a:p>
        </p:txBody>
      </p:sp>
      <p:sp>
        <p:nvSpPr>
          <p:cNvPr id="3" name="Text Placeholder 2">
            <a:extLst>
              <a:ext uri="{FF2B5EF4-FFF2-40B4-BE49-F238E27FC236}">
                <a16:creationId xmlns:a16="http://schemas.microsoft.com/office/drawing/2014/main" id="{69609A4C-9366-44F5-CAC5-B16EB217B88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065DBDD5-2629-A869-6CFC-EAE30DBE10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de-DE"/>
              <a:t>26.05.2025</a:t>
            </a:r>
          </a:p>
        </p:txBody>
      </p:sp>
      <p:sp>
        <p:nvSpPr>
          <p:cNvPr id="5" name="Footer Placeholder 4">
            <a:extLst>
              <a:ext uri="{FF2B5EF4-FFF2-40B4-BE49-F238E27FC236}">
                <a16:creationId xmlns:a16="http://schemas.microsoft.com/office/drawing/2014/main" id="{1C93A8C1-C708-09D9-B07B-85490C6177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IN"/>
              <a:t>IDT projects | GDSPOT | SoSe 2025</a:t>
            </a:r>
            <a:endParaRPr lang="de-DE"/>
          </a:p>
        </p:txBody>
      </p:sp>
      <p:sp>
        <p:nvSpPr>
          <p:cNvPr id="6" name="Slide Number Placeholder 5">
            <a:extLst>
              <a:ext uri="{FF2B5EF4-FFF2-40B4-BE49-F238E27FC236}">
                <a16:creationId xmlns:a16="http://schemas.microsoft.com/office/drawing/2014/main" id="{53F98445-91FC-D90C-4BDF-F735969D03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16988D0-1470-4690-BDE1-E3A50181EF78}" type="slidenum">
              <a:rPr lang="de-DE" smtClean="0"/>
              <a:t>‹#›</a:t>
            </a:fld>
            <a:endParaRPr lang="de-DE"/>
          </a:p>
        </p:txBody>
      </p:sp>
    </p:spTree>
    <p:extLst>
      <p:ext uri="{BB962C8B-B14F-4D97-AF65-F5344CB8AC3E}">
        <p14:creationId xmlns:p14="http://schemas.microsoft.com/office/powerpoint/2010/main" val="6528688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rpc.io/" TargetMode="External"/><Relationship Id="rId2" Type="http://schemas.openxmlformats.org/officeDocument/2006/relationships/hyperlink" Target="https://en.wikipedia.org/wiki/Remote_procedure_call" TargetMode="External"/><Relationship Id="rId1" Type="http://schemas.openxmlformats.org/officeDocument/2006/relationships/slideLayout" Target="../slideLayouts/slideLayout2.xml"/><Relationship Id="rId6" Type="http://schemas.openxmlformats.org/officeDocument/2006/relationships/slide" Target="slide4.xml"/><Relationship Id="rId5" Type="http://schemas.openxmlformats.org/officeDocument/2006/relationships/hyperlink" Target="https://en.wikipedia.org/wiki/Software_development_kit" TargetMode="External"/><Relationship Id="rId4" Type="http://schemas.openxmlformats.org/officeDocument/2006/relationships/hyperlink" Target="https://en.wikipedia.org/wiki/API" TargetMode="External"/></Relationships>
</file>

<file path=ppt/slides/_rels/slide3.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hyperlink" Target="https://en.wikipedia.org/wiki/Remote_procedure_call"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dev.bostondynamics.com/readme"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F8B8A-406C-7692-3937-2786B92BE7E0}"/>
              </a:ext>
            </a:extLst>
          </p:cNvPr>
          <p:cNvSpPr>
            <a:spLocks noGrp="1"/>
          </p:cNvSpPr>
          <p:nvPr>
            <p:ph type="ctrTitle"/>
          </p:nvPr>
        </p:nvSpPr>
        <p:spPr/>
        <p:txBody>
          <a:bodyPr anchor="ctr">
            <a:noAutofit/>
          </a:bodyPr>
          <a:lstStyle/>
          <a:p>
            <a:r>
              <a:rPr lang="de-DE" sz="4000" dirty="0">
                <a:latin typeface="Times New Roman" panose="02020603050405020304" pitchFamily="18" charset="0"/>
                <a:cs typeface="Times New Roman" panose="02020603050405020304" pitchFamily="18" charset="0"/>
              </a:rPr>
              <a:t>Understanding </a:t>
            </a:r>
            <a:r>
              <a:rPr lang="en-IN" sz="4000" dirty="0">
                <a:latin typeface="Times New Roman" panose="02020603050405020304" pitchFamily="18" charset="0"/>
                <a:cs typeface="Times New Roman" panose="02020603050405020304" pitchFamily="18" charset="0"/>
              </a:rPr>
              <a:t>of</a:t>
            </a:r>
            <a:r>
              <a:rPr lang="de-DE" sz="4000" dirty="0">
                <a:latin typeface="Times New Roman" panose="02020603050405020304" pitchFamily="18" charset="0"/>
                <a:cs typeface="Times New Roman" panose="02020603050405020304" pitchFamily="18" charset="0"/>
              </a:rPr>
              <a:t> SPOT </a:t>
            </a:r>
            <a:r>
              <a:rPr lang="en-IN" sz="4000" dirty="0">
                <a:latin typeface="Times New Roman" panose="02020603050405020304" pitchFamily="18" charset="0"/>
                <a:cs typeface="Times New Roman" panose="02020603050405020304" pitchFamily="18" charset="0"/>
              </a:rPr>
              <a:t>communication</a:t>
            </a:r>
            <a:br>
              <a:rPr lang="de-DE" sz="4000" dirty="0">
                <a:latin typeface="Times New Roman" panose="02020603050405020304" pitchFamily="18" charset="0"/>
                <a:cs typeface="Times New Roman" panose="02020603050405020304" pitchFamily="18" charset="0"/>
              </a:rPr>
            </a:br>
            <a:r>
              <a:rPr lang="de-DE" sz="4000" dirty="0">
                <a:latin typeface="Times New Roman" panose="02020603050405020304" pitchFamily="18" charset="0"/>
                <a:cs typeface="Times New Roman" panose="02020603050405020304" pitchFamily="18" charset="0"/>
              </a:rPr>
              <a:t>&amp;</a:t>
            </a:r>
            <a:br>
              <a:rPr lang="de-DE" sz="4000" dirty="0">
                <a:latin typeface="Times New Roman" panose="02020603050405020304" pitchFamily="18" charset="0"/>
                <a:cs typeface="Times New Roman" panose="02020603050405020304" pitchFamily="18" charset="0"/>
              </a:rPr>
            </a:br>
            <a:r>
              <a:rPr lang="de-DE" sz="4000" dirty="0">
                <a:latin typeface="Times New Roman" panose="02020603050405020304" pitchFamily="18" charset="0"/>
                <a:cs typeface="Times New Roman" panose="02020603050405020304" pitchFamily="18" charset="0"/>
              </a:rPr>
              <a:t>Basic Programme</a:t>
            </a:r>
          </a:p>
        </p:txBody>
      </p:sp>
      <p:sp>
        <p:nvSpPr>
          <p:cNvPr id="3" name="Subtitle 2">
            <a:extLst>
              <a:ext uri="{FF2B5EF4-FFF2-40B4-BE49-F238E27FC236}">
                <a16:creationId xmlns:a16="http://schemas.microsoft.com/office/drawing/2014/main" id="{5F257C41-6CF9-7331-7745-E54B30332836}"/>
              </a:ext>
            </a:extLst>
          </p:cNvPr>
          <p:cNvSpPr>
            <a:spLocks noGrp="1"/>
          </p:cNvSpPr>
          <p:nvPr>
            <p:ph type="subTitle" idx="1"/>
          </p:nvPr>
        </p:nvSpPr>
        <p:spPr/>
        <p:txBody>
          <a:bodyPr/>
          <a:lstStyle/>
          <a:p>
            <a:r>
              <a:rPr lang="de-DE" dirty="0" err="1">
                <a:latin typeface="Times New Roman" panose="02020603050405020304" pitchFamily="18" charset="0"/>
                <a:cs typeface="Times New Roman" panose="02020603050405020304" pitchFamily="18" charset="0"/>
              </a:rPr>
              <a:t>Niraj</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Kishor</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Ladhe</a:t>
            </a:r>
            <a:endParaRPr lang="de-DE" dirty="0">
              <a:latin typeface="Times New Roman" panose="02020603050405020304" pitchFamily="18" charset="0"/>
              <a:cs typeface="Times New Roman" panose="02020603050405020304" pitchFamily="18" charset="0"/>
            </a:endParaRPr>
          </a:p>
          <a:p>
            <a:r>
              <a:rPr lang="de-DE" dirty="0">
                <a:latin typeface="Times New Roman" panose="02020603050405020304" pitchFamily="18" charset="0"/>
                <a:cs typeface="Times New Roman" panose="02020603050405020304" pitchFamily="18" charset="0"/>
              </a:rPr>
              <a:t>Abhishek Dilip Patil</a:t>
            </a:r>
          </a:p>
        </p:txBody>
      </p:sp>
      <p:sp>
        <p:nvSpPr>
          <p:cNvPr id="4" name="Date Placeholder 3">
            <a:extLst>
              <a:ext uri="{FF2B5EF4-FFF2-40B4-BE49-F238E27FC236}">
                <a16:creationId xmlns:a16="http://schemas.microsoft.com/office/drawing/2014/main" id="{D770A58F-60C2-2B31-0465-A6BA2564345C}"/>
              </a:ext>
            </a:extLst>
          </p:cNvPr>
          <p:cNvSpPr>
            <a:spLocks noGrp="1"/>
          </p:cNvSpPr>
          <p:nvPr>
            <p:ph type="dt" sz="half" idx="10"/>
          </p:nvPr>
        </p:nvSpPr>
        <p:spPr/>
        <p:txBody>
          <a:bodyPr/>
          <a:lstStyle/>
          <a:p>
            <a:r>
              <a:rPr lang="de-DE"/>
              <a:t>26.05.2025</a:t>
            </a:r>
          </a:p>
        </p:txBody>
      </p:sp>
      <p:sp>
        <p:nvSpPr>
          <p:cNvPr id="5" name="Footer Placeholder 4">
            <a:extLst>
              <a:ext uri="{FF2B5EF4-FFF2-40B4-BE49-F238E27FC236}">
                <a16:creationId xmlns:a16="http://schemas.microsoft.com/office/drawing/2014/main" id="{19A31D67-A6CD-37E2-F992-44ED5F5D6B85}"/>
              </a:ext>
            </a:extLst>
          </p:cNvPr>
          <p:cNvSpPr>
            <a:spLocks noGrp="1"/>
          </p:cNvSpPr>
          <p:nvPr>
            <p:ph type="ftr" sz="quarter" idx="11"/>
          </p:nvPr>
        </p:nvSpPr>
        <p:spPr/>
        <p:txBody>
          <a:bodyPr/>
          <a:lstStyle/>
          <a:p>
            <a:r>
              <a:rPr lang="en-IN"/>
              <a:t>IDT projects | GDSPOT | SoSe 2025</a:t>
            </a:r>
            <a:endParaRPr lang="de-DE"/>
          </a:p>
        </p:txBody>
      </p:sp>
      <p:sp>
        <p:nvSpPr>
          <p:cNvPr id="6" name="Slide Number Placeholder 5">
            <a:extLst>
              <a:ext uri="{FF2B5EF4-FFF2-40B4-BE49-F238E27FC236}">
                <a16:creationId xmlns:a16="http://schemas.microsoft.com/office/drawing/2014/main" id="{347CF151-7305-54A9-290E-D3D192A1C604}"/>
              </a:ext>
            </a:extLst>
          </p:cNvPr>
          <p:cNvSpPr>
            <a:spLocks noGrp="1"/>
          </p:cNvSpPr>
          <p:nvPr>
            <p:ph type="sldNum" sz="quarter" idx="12"/>
          </p:nvPr>
        </p:nvSpPr>
        <p:spPr/>
        <p:txBody>
          <a:bodyPr/>
          <a:lstStyle/>
          <a:p>
            <a:fld id="{516988D0-1470-4690-BDE1-E3A50181EF78}" type="slidenum">
              <a:rPr lang="de-DE" smtClean="0"/>
              <a:t>1</a:t>
            </a:fld>
            <a:endParaRPr lang="de-DE"/>
          </a:p>
        </p:txBody>
      </p:sp>
    </p:spTree>
    <p:extLst>
      <p:ext uri="{BB962C8B-B14F-4D97-AF65-F5344CB8AC3E}">
        <p14:creationId xmlns:p14="http://schemas.microsoft.com/office/powerpoint/2010/main" val="6323041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267D6-2E50-9C27-60E9-67AD400B5064}"/>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hlinkClick r:id="rId2"/>
              </a:rPr>
              <a:t>RPC (Remote Procedure Call)</a:t>
            </a:r>
            <a:r>
              <a:rPr lang="en-IN" dirty="0">
                <a:latin typeface="Times New Roman" panose="02020603050405020304" pitchFamily="18" charset="0"/>
                <a:cs typeface="Times New Roman" panose="02020603050405020304" pitchFamily="18" charset="0"/>
              </a:rPr>
              <a:t> and Robot services</a:t>
            </a:r>
          </a:p>
        </p:txBody>
      </p:sp>
      <p:sp>
        <p:nvSpPr>
          <p:cNvPr id="3" name="Content Placeholder 2">
            <a:extLst>
              <a:ext uri="{FF2B5EF4-FFF2-40B4-BE49-F238E27FC236}">
                <a16:creationId xmlns:a16="http://schemas.microsoft.com/office/drawing/2014/main" id="{89DEB8F0-937E-69A5-7A1A-CEC12D0B0060}"/>
              </a:ext>
            </a:extLst>
          </p:cNvPr>
          <p:cNvSpPr>
            <a:spLocks noGrp="1"/>
          </p:cNvSpPr>
          <p:nvPr>
            <p:ph idx="1"/>
          </p:nvPr>
        </p:nvSpPr>
        <p:spPr/>
        <p:txBody>
          <a:bodyPr>
            <a:normAutofit lnSpcReduction="10000"/>
          </a:bodyPr>
          <a:lstStyle/>
          <a:p>
            <a:r>
              <a:rPr lang="en-IN" dirty="0">
                <a:latin typeface="Times New Roman" panose="02020603050405020304" pitchFamily="18" charset="0"/>
                <a:cs typeface="Times New Roman" panose="02020603050405020304" pitchFamily="18" charset="0"/>
              </a:rPr>
              <a:t>Boston Dynamics have selected </a:t>
            </a:r>
            <a:r>
              <a:rPr lang="en-IN" dirty="0" err="1">
                <a:latin typeface="Times New Roman" panose="02020603050405020304" pitchFamily="18" charset="0"/>
                <a:cs typeface="Times New Roman" panose="02020603050405020304" pitchFamily="18" charset="0"/>
                <a:hlinkClick r:id="rId3"/>
              </a:rPr>
              <a:t>gRPC</a:t>
            </a:r>
            <a:r>
              <a:rPr lang="en-IN" dirty="0">
                <a:latin typeface="Times New Roman" panose="02020603050405020304" pitchFamily="18" charset="0"/>
                <a:cs typeface="Times New Roman" panose="02020603050405020304" pitchFamily="18" charset="0"/>
              </a:rPr>
              <a:t> as the application-level protocol for most of the SPOT </a:t>
            </a:r>
            <a:r>
              <a:rPr lang="en-IN" dirty="0">
                <a:latin typeface="Times New Roman" panose="02020603050405020304" pitchFamily="18" charset="0"/>
                <a:cs typeface="Times New Roman" panose="02020603050405020304" pitchFamily="18" charset="0"/>
                <a:hlinkClick r:id="rId4"/>
              </a:rPr>
              <a:t>API</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The robot services can be accessed/called using the API protocols from the open source </a:t>
            </a:r>
            <a:r>
              <a:rPr lang="en-IN" dirty="0">
                <a:latin typeface="Times New Roman" panose="02020603050405020304" pitchFamily="18" charset="0"/>
                <a:cs typeface="Times New Roman" panose="02020603050405020304" pitchFamily="18" charset="0"/>
                <a:hlinkClick r:id="rId5"/>
              </a:rPr>
              <a:t>SDK</a:t>
            </a:r>
            <a:r>
              <a:rPr lang="en-IN" dirty="0">
                <a:latin typeface="Times New Roman" panose="02020603050405020304" pitchFamily="18" charset="0"/>
                <a:cs typeface="Times New Roman" panose="02020603050405020304" pitchFamily="18" charset="0"/>
              </a:rPr>
              <a:t>.</a:t>
            </a:r>
          </a:p>
          <a:p>
            <a:r>
              <a:rPr lang="en-IN" dirty="0" err="1">
                <a:latin typeface="Times New Roman" panose="02020603050405020304" pitchFamily="18" charset="0"/>
                <a:cs typeface="Times New Roman" panose="02020603050405020304" pitchFamily="18" charset="0"/>
              </a:rPr>
              <a:t>gRPC</a:t>
            </a:r>
            <a:r>
              <a:rPr lang="en-IN" dirty="0">
                <a:latin typeface="Times New Roman" panose="02020603050405020304" pitchFamily="18" charset="0"/>
                <a:cs typeface="Times New Roman" panose="02020603050405020304" pitchFamily="18" charset="0"/>
              </a:rPr>
              <a:t> was chosen because it provides a secure, performant protocol with support for a broad set of programming languages and environments. </a:t>
            </a:r>
            <a:r>
              <a:rPr lang="en-IN" dirty="0">
                <a:latin typeface="Times New Roman" panose="02020603050405020304" pitchFamily="18" charset="0"/>
                <a:cs typeface="Times New Roman" panose="02020603050405020304" pitchFamily="18" charset="0"/>
                <a:hlinkClick r:id="rId6" action="ppaction://hlinksldjump"/>
              </a:rPr>
              <a:t>[1]</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It is although possible to define new </a:t>
            </a:r>
            <a:r>
              <a:rPr lang="en-IN" dirty="0" err="1">
                <a:latin typeface="Times New Roman" panose="02020603050405020304" pitchFamily="18" charset="0"/>
                <a:cs typeface="Times New Roman" panose="02020603050405020304" pitchFamily="18" charset="0"/>
              </a:rPr>
              <a:t>protobuf</a:t>
            </a:r>
            <a:r>
              <a:rPr lang="en-IN" dirty="0">
                <a:latin typeface="Times New Roman" panose="02020603050405020304" pitchFamily="18" charset="0"/>
                <a:cs typeface="Times New Roman" panose="02020603050405020304" pitchFamily="18" charset="0"/>
              </a:rPr>
              <a:t> (proto buffers) and services like Image, Data Acquisition Plugin, Network Compute Bridge Worker, Remote Mission and Area Callback support service customization </a:t>
            </a:r>
            <a:r>
              <a:rPr lang="en-IN" dirty="0">
                <a:latin typeface="Times New Roman" panose="02020603050405020304" pitchFamily="18" charset="0"/>
                <a:cs typeface="Times New Roman" panose="02020603050405020304" pitchFamily="18" charset="0"/>
                <a:hlinkClick r:id="rId6" action="ppaction://hlinksldjump"/>
              </a:rPr>
              <a:t>[1]</a:t>
            </a: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42B5D580-9028-99B4-E463-C0142B7E3ABC}"/>
              </a:ext>
            </a:extLst>
          </p:cNvPr>
          <p:cNvSpPr>
            <a:spLocks noGrp="1"/>
          </p:cNvSpPr>
          <p:nvPr>
            <p:ph type="dt" sz="half" idx="10"/>
          </p:nvPr>
        </p:nvSpPr>
        <p:spPr/>
        <p:txBody>
          <a:bodyPr/>
          <a:lstStyle/>
          <a:p>
            <a:r>
              <a:rPr lang="de-DE"/>
              <a:t>26.05.2025</a:t>
            </a:r>
          </a:p>
        </p:txBody>
      </p:sp>
      <p:sp>
        <p:nvSpPr>
          <p:cNvPr id="5" name="Footer Placeholder 4">
            <a:extLst>
              <a:ext uri="{FF2B5EF4-FFF2-40B4-BE49-F238E27FC236}">
                <a16:creationId xmlns:a16="http://schemas.microsoft.com/office/drawing/2014/main" id="{856F1670-9E32-AB37-4942-3274BCC3D0D0}"/>
              </a:ext>
            </a:extLst>
          </p:cNvPr>
          <p:cNvSpPr>
            <a:spLocks noGrp="1"/>
          </p:cNvSpPr>
          <p:nvPr>
            <p:ph type="ftr" sz="quarter" idx="11"/>
          </p:nvPr>
        </p:nvSpPr>
        <p:spPr/>
        <p:txBody>
          <a:bodyPr/>
          <a:lstStyle/>
          <a:p>
            <a:r>
              <a:rPr lang="en-IN"/>
              <a:t>IDT projects | GDSPOT | SoSe 2025</a:t>
            </a:r>
            <a:endParaRPr lang="de-DE"/>
          </a:p>
        </p:txBody>
      </p:sp>
      <p:sp>
        <p:nvSpPr>
          <p:cNvPr id="6" name="Slide Number Placeholder 5">
            <a:extLst>
              <a:ext uri="{FF2B5EF4-FFF2-40B4-BE49-F238E27FC236}">
                <a16:creationId xmlns:a16="http://schemas.microsoft.com/office/drawing/2014/main" id="{E0DDE311-F27F-F537-94EA-6E603010ADA5}"/>
              </a:ext>
            </a:extLst>
          </p:cNvPr>
          <p:cNvSpPr>
            <a:spLocks noGrp="1"/>
          </p:cNvSpPr>
          <p:nvPr>
            <p:ph type="sldNum" sz="quarter" idx="12"/>
          </p:nvPr>
        </p:nvSpPr>
        <p:spPr/>
        <p:txBody>
          <a:bodyPr/>
          <a:lstStyle/>
          <a:p>
            <a:fld id="{516988D0-1470-4690-BDE1-E3A50181EF78}" type="slidenum">
              <a:rPr lang="de-DE" smtClean="0"/>
              <a:t>2</a:t>
            </a:fld>
            <a:endParaRPr lang="de-DE"/>
          </a:p>
        </p:txBody>
      </p:sp>
    </p:spTree>
    <p:extLst>
      <p:ext uri="{BB962C8B-B14F-4D97-AF65-F5344CB8AC3E}">
        <p14:creationId xmlns:p14="http://schemas.microsoft.com/office/powerpoint/2010/main" val="32737632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267D6-2E50-9C27-60E9-67AD400B5064}"/>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hlinkClick r:id="rId2"/>
              </a:rPr>
              <a:t>RPC (Remote Procedure Call)</a:t>
            </a:r>
            <a:r>
              <a:rPr lang="en-IN" dirty="0">
                <a:latin typeface="Times New Roman" panose="02020603050405020304" pitchFamily="18" charset="0"/>
                <a:cs typeface="Times New Roman" panose="02020603050405020304" pitchFamily="18" charset="0"/>
              </a:rPr>
              <a:t> and Robot services (Autonomous services)</a:t>
            </a:r>
          </a:p>
        </p:txBody>
      </p:sp>
      <p:sp>
        <p:nvSpPr>
          <p:cNvPr id="3" name="Content Placeholder 2">
            <a:extLst>
              <a:ext uri="{FF2B5EF4-FFF2-40B4-BE49-F238E27FC236}">
                <a16:creationId xmlns:a16="http://schemas.microsoft.com/office/drawing/2014/main" id="{89DEB8F0-937E-69A5-7A1A-CEC12D0B0060}"/>
              </a:ext>
            </a:extLst>
          </p:cNvPr>
          <p:cNvSpPr>
            <a:spLocks noGrp="1"/>
          </p:cNvSpPr>
          <p:nvPr>
            <p:ph idx="1"/>
          </p:nvPr>
        </p:nvSpPr>
        <p:spPr/>
        <p:txBody>
          <a:bodyPr>
            <a:normAutofit/>
          </a:bodyPr>
          <a:lstStyle/>
          <a:p>
            <a:r>
              <a:rPr lang="en-IN" dirty="0">
                <a:latin typeface="Times New Roman" panose="02020603050405020304" pitchFamily="18" charset="0"/>
                <a:cs typeface="Times New Roman" panose="02020603050405020304" pitchFamily="18" charset="0"/>
              </a:rPr>
              <a:t>The Autonomous services like </a:t>
            </a:r>
            <a:r>
              <a:rPr lang="en-IN" dirty="0" err="1">
                <a:latin typeface="Times New Roman" panose="02020603050405020304" pitchFamily="18" charset="0"/>
                <a:cs typeface="Times New Roman" panose="02020603050405020304" pitchFamily="18" charset="0"/>
              </a:rPr>
              <a:t>GraphNav</a:t>
            </a:r>
            <a:r>
              <a:rPr lang="en-IN" dirty="0">
                <a:latin typeface="Times New Roman" panose="02020603050405020304" pitchFamily="18" charset="0"/>
                <a:cs typeface="Times New Roman" panose="02020603050405020304" pitchFamily="18" charset="0"/>
              </a:rPr>
              <a:t> allow to localize the robot.  But the initial run needs to be done by the client to have an offline map and assign actions like API callbacks at various waypoints along the way. </a:t>
            </a:r>
            <a:r>
              <a:rPr lang="en-IN" dirty="0">
                <a:latin typeface="Times New Roman" panose="02020603050405020304" pitchFamily="18" charset="0"/>
                <a:cs typeface="Times New Roman" panose="02020603050405020304" pitchFamily="18" charset="0"/>
                <a:hlinkClick r:id="rId3" action="ppaction://hlinksldjump"/>
              </a:rPr>
              <a:t>[1]</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The Mission service provides much more robust programming options, but requires constant client server communication. </a:t>
            </a:r>
            <a:r>
              <a:rPr lang="en-IN" dirty="0">
                <a:latin typeface="Times New Roman" panose="02020603050405020304" pitchFamily="18" charset="0"/>
                <a:cs typeface="Times New Roman" panose="02020603050405020304" pitchFamily="18" charset="0"/>
                <a:hlinkClick r:id="rId3" action="ppaction://hlinksldjump"/>
              </a:rPr>
              <a:t>[1]</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The Network Compute Bridge service provides capabilities to perform off-board computation. </a:t>
            </a:r>
            <a:r>
              <a:rPr lang="en-IN" dirty="0">
                <a:latin typeface="Times New Roman" panose="02020603050405020304" pitchFamily="18" charset="0"/>
                <a:cs typeface="Times New Roman" panose="02020603050405020304" pitchFamily="18" charset="0"/>
                <a:hlinkClick r:id="rId3" action="ppaction://hlinksldjump"/>
              </a:rPr>
              <a:t>[1]</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42B5D580-9028-99B4-E463-C0142B7E3ABC}"/>
              </a:ext>
            </a:extLst>
          </p:cNvPr>
          <p:cNvSpPr>
            <a:spLocks noGrp="1"/>
          </p:cNvSpPr>
          <p:nvPr>
            <p:ph type="dt" sz="half" idx="10"/>
          </p:nvPr>
        </p:nvSpPr>
        <p:spPr/>
        <p:txBody>
          <a:bodyPr/>
          <a:lstStyle/>
          <a:p>
            <a:r>
              <a:rPr lang="de-DE"/>
              <a:t>26.05.2025</a:t>
            </a:r>
          </a:p>
        </p:txBody>
      </p:sp>
      <p:sp>
        <p:nvSpPr>
          <p:cNvPr id="5" name="Footer Placeholder 4">
            <a:extLst>
              <a:ext uri="{FF2B5EF4-FFF2-40B4-BE49-F238E27FC236}">
                <a16:creationId xmlns:a16="http://schemas.microsoft.com/office/drawing/2014/main" id="{856F1670-9E32-AB37-4942-3274BCC3D0D0}"/>
              </a:ext>
            </a:extLst>
          </p:cNvPr>
          <p:cNvSpPr>
            <a:spLocks noGrp="1"/>
          </p:cNvSpPr>
          <p:nvPr>
            <p:ph type="ftr" sz="quarter" idx="11"/>
          </p:nvPr>
        </p:nvSpPr>
        <p:spPr/>
        <p:txBody>
          <a:bodyPr/>
          <a:lstStyle/>
          <a:p>
            <a:r>
              <a:rPr lang="en-IN"/>
              <a:t>IDT projects | GDSPOT | SoSe 2025</a:t>
            </a:r>
            <a:endParaRPr lang="de-DE"/>
          </a:p>
        </p:txBody>
      </p:sp>
      <p:sp>
        <p:nvSpPr>
          <p:cNvPr id="6" name="Slide Number Placeholder 5">
            <a:extLst>
              <a:ext uri="{FF2B5EF4-FFF2-40B4-BE49-F238E27FC236}">
                <a16:creationId xmlns:a16="http://schemas.microsoft.com/office/drawing/2014/main" id="{E0DDE311-F27F-F537-94EA-6E603010ADA5}"/>
              </a:ext>
            </a:extLst>
          </p:cNvPr>
          <p:cNvSpPr>
            <a:spLocks noGrp="1"/>
          </p:cNvSpPr>
          <p:nvPr>
            <p:ph type="sldNum" sz="quarter" idx="12"/>
          </p:nvPr>
        </p:nvSpPr>
        <p:spPr/>
        <p:txBody>
          <a:bodyPr/>
          <a:lstStyle/>
          <a:p>
            <a:fld id="{516988D0-1470-4690-BDE1-E3A50181EF78}" type="slidenum">
              <a:rPr lang="de-DE" smtClean="0"/>
              <a:t>3</a:t>
            </a:fld>
            <a:endParaRPr lang="de-DE" dirty="0"/>
          </a:p>
        </p:txBody>
      </p:sp>
    </p:spTree>
    <p:extLst>
      <p:ext uri="{BB962C8B-B14F-4D97-AF65-F5344CB8AC3E}">
        <p14:creationId xmlns:p14="http://schemas.microsoft.com/office/powerpoint/2010/main" val="10836309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46FCE-F9C7-6EBA-A389-8EFFE9785899}"/>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21089575-3086-3FC5-A09E-F496391BB820}"/>
              </a:ext>
            </a:extLst>
          </p:cNvPr>
          <p:cNvSpPr>
            <a:spLocks noGrp="1"/>
          </p:cNvSpPr>
          <p:nvPr>
            <p:ph idx="1"/>
          </p:nvPr>
        </p:nvSpPr>
        <p:spPr/>
        <p:txBody>
          <a:bodyPr/>
          <a:lstStyle/>
          <a:p>
            <a:r>
              <a:rPr lang="en-IN" dirty="0"/>
              <a:t>SPOT SDK – SPOT documentation </a:t>
            </a:r>
            <a:r>
              <a:rPr lang="en-IN" dirty="0">
                <a:hlinkClick r:id="rId2"/>
              </a:rPr>
              <a:t>https://dev.bostondynamics.com/readme</a:t>
            </a:r>
            <a:r>
              <a:rPr lang="en-IN" dirty="0"/>
              <a:t> [1]</a:t>
            </a:r>
          </a:p>
          <a:p>
            <a:pPr marL="514350" indent="-514350">
              <a:buFont typeface="+mj-lt"/>
              <a:buAutoNum type="arabicPeriod"/>
            </a:pPr>
            <a:endParaRPr lang="en-IN" dirty="0"/>
          </a:p>
        </p:txBody>
      </p:sp>
      <p:sp>
        <p:nvSpPr>
          <p:cNvPr id="4" name="Date Placeholder 3">
            <a:extLst>
              <a:ext uri="{FF2B5EF4-FFF2-40B4-BE49-F238E27FC236}">
                <a16:creationId xmlns:a16="http://schemas.microsoft.com/office/drawing/2014/main" id="{08B8AE87-AB29-4511-9939-306A476605B2}"/>
              </a:ext>
            </a:extLst>
          </p:cNvPr>
          <p:cNvSpPr>
            <a:spLocks noGrp="1"/>
          </p:cNvSpPr>
          <p:nvPr>
            <p:ph type="dt" sz="half" idx="10"/>
          </p:nvPr>
        </p:nvSpPr>
        <p:spPr/>
        <p:txBody>
          <a:bodyPr/>
          <a:lstStyle/>
          <a:p>
            <a:r>
              <a:rPr lang="de-DE"/>
              <a:t>26.05.2025</a:t>
            </a:r>
          </a:p>
        </p:txBody>
      </p:sp>
      <p:sp>
        <p:nvSpPr>
          <p:cNvPr id="5" name="Footer Placeholder 4">
            <a:extLst>
              <a:ext uri="{FF2B5EF4-FFF2-40B4-BE49-F238E27FC236}">
                <a16:creationId xmlns:a16="http://schemas.microsoft.com/office/drawing/2014/main" id="{32F2723D-598D-397A-21C9-E4062196A04F}"/>
              </a:ext>
            </a:extLst>
          </p:cNvPr>
          <p:cNvSpPr>
            <a:spLocks noGrp="1"/>
          </p:cNvSpPr>
          <p:nvPr>
            <p:ph type="ftr" sz="quarter" idx="11"/>
          </p:nvPr>
        </p:nvSpPr>
        <p:spPr/>
        <p:txBody>
          <a:bodyPr/>
          <a:lstStyle/>
          <a:p>
            <a:r>
              <a:rPr lang="en-IN"/>
              <a:t>IDT projects | GDSPOT | SoSe 2025</a:t>
            </a:r>
            <a:endParaRPr lang="de-DE"/>
          </a:p>
        </p:txBody>
      </p:sp>
      <p:sp>
        <p:nvSpPr>
          <p:cNvPr id="6" name="Slide Number Placeholder 5">
            <a:extLst>
              <a:ext uri="{FF2B5EF4-FFF2-40B4-BE49-F238E27FC236}">
                <a16:creationId xmlns:a16="http://schemas.microsoft.com/office/drawing/2014/main" id="{E84B2434-079F-4CFE-EFF5-2FDBC0D37C5F}"/>
              </a:ext>
            </a:extLst>
          </p:cNvPr>
          <p:cNvSpPr>
            <a:spLocks noGrp="1"/>
          </p:cNvSpPr>
          <p:nvPr>
            <p:ph type="sldNum" sz="quarter" idx="12"/>
          </p:nvPr>
        </p:nvSpPr>
        <p:spPr/>
        <p:txBody>
          <a:bodyPr/>
          <a:lstStyle/>
          <a:p>
            <a:fld id="{516988D0-1470-4690-BDE1-E3A50181EF78}" type="slidenum">
              <a:rPr lang="de-DE" smtClean="0"/>
              <a:t>4</a:t>
            </a:fld>
            <a:endParaRPr lang="de-DE"/>
          </a:p>
        </p:txBody>
      </p:sp>
    </p:spTree>
    <p:extLst>
      <p:ext uri="{BB962C8B-B14F-4D97-AF65-F5344CB8AC3E}">
        <p14:creationId xmlns:p14="http://schemas.microsoft.com/office/powerpoint/2010/main" val="10510724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371</TotalTime>
  <Words>267</Words>
  <Application>Microsoft Office PowerPoint</Application>
  <PresentationFormat>Widescreen</PresentationFormat>
  <Paragraphs>26</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Aptos</vt:lpstr>
      <vt:lpstr>Aptos Display</vt:lpstr>
      <vt:lpstr>Arial</vt:lpstr>
      <vt:lpstr>Times New Roman</vt:lpstr>
      <vt:lpstr>Office Theme</vt:lpstr>
      <vt:lpstr>Understanding of SPOT communication &amp; Basic Programme</vt:lpstr>
      <vt:lpstr>RPC (Remote Procedure Call) and Robot services</vt:lpstr>
      <vt:lpstr>RPC (Remote Procedure Call) and Robot services (Autonomous services)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Abhishek Dilip Patil</dc:creator>
  <cp:lastModifiedBy>Abhishek Dilip Patil</cp:lastModifiedBy>
  <cp:revision>5</cp:revision>
  <dcterms:created xsi:type="dcterms:W3CDTF">2025-05-25T11:18:27Z</dcterms:created>
  <dcterms:modified xsi:type="dcterms:W3CDTF">2025-05-25T17:39:33Z</dcterms:modified>
</cp:coreProperties>
</file>