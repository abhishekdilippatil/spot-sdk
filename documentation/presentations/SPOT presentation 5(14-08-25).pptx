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4c6db5a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4c6db5a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4c6db5a8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4c6db5a8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4c6db5a8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4c6db5a8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4c6db5a8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4c6db5a8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1785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785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220750" y="4568875"/>
            <a:ext cx="470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ITD Projects | GDSPOT | SoSe 2025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417850" y="4568875"/>
            <a:ext cx="8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14.08.25</a:t>
            </a:r>
            <a:endParaRPr sz="900"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744575"/>
            <a:ext cx="8520600" cy="8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GDSPOT Program Development</a:t>
            </a:r>
            <a:endParaRPr sz="24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2685600"/>
            <a:ext cx="8520600" cy="9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Niraj Kishor Ladhe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Abhishek Dilip Patil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Minutes of Meeting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41785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Build a stable “Follow AprilTag” Program.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Combine manual control (WASD) along with AprilTag detection.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An user interface for specific tasks.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Integrate Ricoh Theta as a payload device.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Reduce lagging and  camera errors.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41785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Implemented AprilTag detection with multiple fisheye cameras.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Implemented rotational scanning if tag is lost.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Added manual WASD control alongside menu actions, so we can use autonomous commands as well.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Fixed multiple camera errors and prevented crashes by converting RAW frames to grayscale frames (8-bit), </a:t>
            </a:r>
            <a:r>
              <a:rPr lang="en">
                <a:solidFill>
                  <a:schemeClr val="dk1"/>
                </a:solidFill>
              </a:rPr>
              <a:t>which</a:t>
            </a:r>
            <a:r>
              <a:rPr lang="en">
                <a:solidFill>
                  <a:schemeClr val="dk1"/>
                </a:solidFill>
              </a:rPr>
              <a:t> reduced the processing load on core.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Ricoh Theta camera live feed connection without Core I/O.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3355200" y="608075"/>
            <a:ext cx="2453700" cy="84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(Via SPOT network)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1044600" y="3062625"/>
            <a:ext cx="2310600" cy="84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Laptop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808900" y="2992475"/>
            <a:ext cx="2310600" cy="84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Ricoh Theta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 rot="-2018093">
            <a:off x="6140341" y="1250849"/>
            <a:ext cx="345551" cy="1863129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 rot="1722108">
            <a:off x="2772481" y="1341019"/>
            <a:ext cx="345444" cy="1801612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2579850" y="230400"/>
            <a:ext cx="41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Ricoh Theta Communication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Goals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1785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Improve searching ability of SPOT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Improve on Tag Following behaviour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Combining Xbox controller with current program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Combine Ricoh Theta with current program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