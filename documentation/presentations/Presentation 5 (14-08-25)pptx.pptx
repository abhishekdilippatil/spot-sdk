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26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4c6db5a8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4c6db5a8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74c6db5a8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74c6db5a84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74c6db5a84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74c6db5a84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74c6db5a84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74c6db5a84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A5135F-7F9F-6AB8-7F08-330932A38EB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Previous Minutes of Meeting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Build a stable “Follow AprilTag” Program.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Combine manual control (WASD) along with AprilTag detection.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An user interface for specific tasks.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Integrate Ricoh Theta as a payload device.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Reduce lagging and  camera errors.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3FBB56-F7B9-76B4-4809-252C543885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Progress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Implemented AprilTag detection with multiple fisheye cameras.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Implemented rotational scanning if tag is lost.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Added manual WASD control alongside menu actions, so we can use autonomous commands as well.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Fixed multiple camera errors and prevented crashes by converting RAW frames to grayscale frames (8-bit), which reduced the processing load on core.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Ricoh Theta camera live feed connection without Core I/O.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989138-8A6F-F51F-3289-32CD1C410C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/>
          <p:nvPr/>
        </p:nvSpPr>
        <p:spPr>
          <a:xfrm>
            <a:off x="3355200" y="608075"/>
            <a:ext cx="2453700" cy="844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SPOT (Via SPOT network)</a:t>
            </a:r>
            <a:endParaRPr/>
          </a:p>
        </p:txBody>
      </p:sp>
      <p:sp>
        <p:nvSpPr>
          <p:cNvPr id="73" name="Google Shape;73;p16"/>
          <p:cNvSpPr/>
          <p:nvPr/>
        </p:nvSpPr>
        <p:spPr>
          <a:xfrm>
            <a:off x="1044600" y="3062625"/>
            <a:ext cx="2310600" cy="844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Laptop</a:t>
            </a:r>
            <a:endParaRPr/>
          </a:p>
        </p:txBody>
      </p:sp>
      <p:sp>
        <p:nvSpPr>
          <p:cNvPr id="74" name="Google Shape;74;p16"/>
          <p:cNvSpPr/>
          <p:nvPr/>
        </p:nvSpPr>
        <p:spPr>
          <a:xfrm>
            <a:off x="5808900" y="2992475"/>
            <a:ext cx="2310600" cy="844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Ricoh Theta</a:t>
            </a:r>
            <a:endParaRPr/>
          </a:p>
        </p:txBody>
      </p:sp>
      <p:sp>
        <p:nvSpPr>
          <p:cNvPr id="75" name="Google Shape;75;p16"/>
          <p:cNvSpPr/>
          <p:nvPr/>
        </p:nvSpPr>
        <p:spPr>
          <a:xfrm rot="-2018093">
            <a:off x="6140341" y="1250849"/>
            <a:ext cx="345551" cy="1863129"/>
          </a:xfrm>
          <a:prstGeom prst="up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6"/>
          <p:cNvSpPr/>
          <p:nvPr/>
        </p:nvSpPr>
        <p:spPr>
          <a:xfrm rot="1722108">
            <a:off x="2772481" y="1341019"/>
            <a:ext cx="345444" cy="1801612"/>
          </a:xfrm>
          <a:prstGeom prst="up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6"/>
          <p:cNvSpPr txBox="1"/>
          <p:nvPr/>
        </p:nvSpPr>
        <p:spPr>
          <a:xfrm>
            <a:off x="2579850" y="230400"/>
            <a:ext cx="414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Ricoh Theta Communication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19E021-6636-AF09-D47C-95FFF87E4A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Goals</a:t>
            </a:r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Improve searching ability of SPOT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Improve on Tag Following behaviour 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Combining Xbox controller with current program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Combine Ricoh Theta with current program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EE617B-0B41-1ED3-A987-3E3596548A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</Words>
  <Application>Microsoft Office PowerPoint</Application>
  <PresentationFormat>On-screen Show (16:9)</PresentationFormat>
  <Paragraphs>26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Simple Light</vt:lpstr>
      <vt:lpstr>PowerPoint Presentation</vt:lpstr>
      <vt:lpstr>Previous Minutes of Meeting</vt:lpstr>
      <vt:lpstr>Progress</vt:lpstr>
      <vt:lpstr>PowerPoint Presentation</vt:lpstr>
      <vt:lpstr>Next Goals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Abhishek Dilip Patil</cp:lastModifiedBy>
  <cp:revision>1</cp:revision>
  <dcterms:modified xsi:type="dcterms:W3CDTF">2025-08-14T08:51:05Z</dcterms:modified>
</cp:coreProperties>
</file>