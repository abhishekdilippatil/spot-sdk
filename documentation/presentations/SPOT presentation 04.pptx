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57" r:id="rId4"/>
    <p:sldId id="263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69" d="100"/>
          <a:sy n="69" d="100"/>
        </p:scale>
        <p:origin x="2088" y="13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3670DD-FBDF-4E40-A161-16E795E18CEA}" type="doc">
      <dgm:prSet loTypeId="urn:microsoft.com/office/officeart/2005/8/layout/arrow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4AC9532-ECE8-4364-87E8-8271600B14C3}">
      <dgm:prSet phldrT="[Text]"/>
      <dgm:spPr/>
      <dgm:t>
        <a:bodyPr/>
        <a:lstStyle/>
        <a:p>
          <a:r>
            <a:rPr lang="en-IN" dirty="0"/>
            <a:t>Basic fiducial detection code</a:t>
          </a:r>
        </a:p>
      </dgm:t>
    </dgm:pt>
    <dgm:pt modelId="{B5E3F941-1EE2-4DE5-A4D3-D1DB775E2078}" type="parTrans" cxnId="{DCC4E53D-E5D8-4C40-A1D4-9D0B1BE18D6F}">
      <dgm:prSet/>
      <dgm:spPr/>
      <dgm:t>
        <a:bodyPr/>
        <a:lstStyle/>
        <a:p>
          <a:endParaRPr lang="en-IN"/>
        </a:p>
      </dgm:t>
    </dgm:pt>
    <dgm:pt modelId="{4D1160E2-0A8E-4EB0-9947-2B819ED554F3}" type="sibTrans" cxnId="{DCC4E53D-E5D8-4C40-A1D4-9D0B1BE18D6F}">
      <dgm:prSet/>
      <dgm:spPr/>
      <dgm:t>
        <a:bodyPr/>
        <a:lstStyle/>
        <a:p>
          <a:endParaRPr lang="en-IN"/>
        </a:p>
      </dgm:t>
    </dgm:pt>
    <dgm:pt modelId="{1EA01AD1-E448-4E2D-ADA6-53A58C0B38CE}">
      <dgm:prSet phldrT="[Text]"/>
      <dgm:spPr/>
      <dgm:t>
        <a:bodyPr/>
        <a:lstStyle/>
        <a:p>
          <a:r>
            <a:rPr lang="en-IN" dirty="0"/>
            <a:t>Basic detection of April-tags in cameras.</a:t>
          </a:r>
        </a:p>
      </dgm:t>
    </dgm:pt>
    <dgm:pt modelId="{D004C616-AE35-410F-9230-E4D9FF7605B3}" type="parTrans" cxnId="{6E5450EC-C5D4-4609-AD4A-571FD8EB968C}">
      <dgm:prSet/>
      <dgm:spPr/>
      <dgm:t>
        <a:bodyPr/>
        <a:lstStyle/>
        <a:p>
          <a:endParaRPr lang="en-IN"/>
        </a:p>
      </dgm:t>
    </dgm:pt>
    <dgm:pt modelId="{2E0C2E45-2465-4C9B-A905-A397E5101E8B}" type="sibTrans" cxnId="{6E5450EC-C5D4-4609-AD4A-571FD8EB968C}">
      <dgm:prSet/>
      <dgm:spPr/>
      <dgm:t>
        <a:bodyPr/>
        <a:lstStyle/>
        <a:p>
          <a:endParaRPr lang="en-IN"/>
        </a:p>
      </dgm:t>
    </dgm:pt>
    <dgm:pt modelId="{2B5B277A-5114-4F5C-8BA9-50146BAA0406}">
      <dgm:prSet phldrT="[Text]"/>
      <dgm:spPr/>
      <dgm:t>
        <a:bodyPr/>
        <a:lstStyle/>
        <a:p>
          <a:r>
            <a:rPr lang="en-IN" dirty="0"/>
            <a:t>Displaying visible April-tags seen to user</a:t>
          </a:r>
        </a:p>
      </dgm:t>
    </dgm:pt>
    <dgm:pt modelId="{49FC44A4-010A-4854-909C-8BF2E95476B5}" type="parTrans" cxnId="{F74FECA1-38A5-4DA7-918C-0CBF78E50A19}">
      <dgm:prSet/>
      <dgm:spPr/>
      <dgm:t>
        <a:bodyPr/>
        <a:lstStyle/>
        <a:p>
          <a:endParaRPr lang="en-IN"/>
        </a:p>
      </dgm:t>
    </dgm:pt>
    <dgm:pt modelId="{BB50E682-1644-41B0-8CBB-8D853A2687BC}" type="sibTrans" cxnId="{F74FECA1-38A5-4DA7-918C-0CBF78E50A19}">
      <dgm:prSet/>
      <dgm:spPr/>
      <dgm:t>
        <a:bodyPr/>
        <a:lstStyle/>
        <a:p>
          <a:endParaRPr lang="en-IN"/>
        </a:p>
      </dgm:t>
    </dgm:pt>
    <dgm:pt modelId="{D13D57E4-5698-4510-B284-E64C56CD8831}">
      <dgm:prSet phldrT="[Text]"/>
      <dgm:spPr/>
      <dgm:t>
        <a:bodyPr/>
        <a:lstStyle/>
        <a:p>
          <a:r>
            <a:rPr lang="en-IN" dirty="0"/>
            <a:t>Adding more user inputs</a:t>
          </a:r>
        </a:p>
      </dgm:t>
    </dgm:pt>
    <dgm:pt modelId="{B376A468-E8A1-43F6-A133-1339C123BE61}" type="parTrans" cxnId="{27743BB9-6B8B-4586-8CDE-297F7A33D7D1}">
      <dgm:prSet/>
      <dgm:spPr/>
      <dgm:t>
        <a:bodyPr/>
        <a:lstStyle/>
        <a:p>
          <a:endParaRPr lang="en-IN"/>
        </a:p>
      </dgm:t>
    </dgm:pt>
    <dgm:pt modelId="{A24BA9BB-D86D-4300-B42E-915D839FC005}" type="sibTrans" cxnId="{27743BB9-6B8B-4586-8CDE-297F7A33D7D1}">
      <dgm:prSet/>
      <dgm:spPr/>
      <dgm:t>
        <a:bodyPr/>
        <a:lstStyle/>
        <a:p>
          <a:endParaRPr lang="en-IN"/>
        </a:p>
      </dgm:t>
    </dgm:pt>
    <dgm:pt modelId="{61403A83-9BE3-40A2-B42C-973475F99AA1}">
      <dgm:prSet phldrT="[Text]"/>
      <dgm:spPr/>
      <dgm:t>
        <a:bodyPr/>
        <a:lstStyle/>
        <a:p>
          <a:r>
            <a:rPr lang="en-IN" dirty="0"/>
            <a:t>Finding another tag and following it</a:t>
          </a:r>
        </a:p>
      </dgm:t>
    </dgm:pt>
    <dgm:pt modelId="{1A057D17-C85A-4AC7-AB55-5611CA01D8E6}" type="parTrans" cxnId="{654415E3-4FC5-4B25-B51F-D37192D90895}">
      <dgm:prSet/>
      <dgm:spPr/>
      <dgm:t>
        <a:bodyPr/>
        <a:lstStyle/>
        <a:p>
          <a:endParaRPr lang="en-IN"/>
        </a:p>
      </dgm:t>
    </dgm:pt>
    <dgm:pt modelId="{68CB091C-E4BF-46CE-A66B-B56DE315922B}" type="sibTrans" cxnId="{654415E3-4FC5-4B25-B51F-D37192D90895}">
      <dgm:prSet/>
      <dgm:spPr/>
      <dgm:t>
        <a:bodyPr/>
        <a:lstStyle/>
        <a:p>
          <a:endParaRPr lang="en-IN"/>
        </a:p>
      </dgm:t>
    </dgm:pt>
    <dgm:pt modelId="{1C94207C-2542-45A0-A36B-73D12272BD94}">
      <dgm:prSet phldrT="[Text]"/>
      <dgm:spPr/>
      <dgm:t>
        <a:bodyPr/>
        <a:lstStyle/>
        <a:p>
          <a:r>
            <a:rPr lang="en-IN" dirty="0"/>
            <a:t>Standing SPOT once April-tag detected.</a:t>
          </a:r>
        </a:p>
      </dgm:t>
    </dgm:pt>
    <dgm:pt modelId="{1087C0A7-A635-4E79-8EDB-F256F78FD7BC}" type="parTrans" cxnId="{E38D803F-4330-4A92-99A7-BA0FCD52DEB5}">
      <dgm:prSet/>
      <dgm:spPr/>
      <dgm:t>
        <a:bodyPr/>
        <a:lstStyle/>
        <a:p>
          <a:endParaRPr lang="en-IN"/>
        </a:p>
      </dgm:t>
    </dgm:pt>
    <dgm:pt modelId="{9D0910FE-31ED-4F9C-BEC7-BF616BD362DF}" type="sibTrans" cxnId="{E38D803F-4330-4A92-99A7-BA0FCD52DEB5}">
      <dgm:prSet/>
      <dgm:spPr/>
      <dgm:t>
        <a:bodyPr/>
        <a:lstStyle/>
        <a:p>
          <a:endParaRPr lang="en-IN"/>
        </a:p>
      </dgm:t>
    </dgm:pt>
    <dgm:pt modelId="{FB1CC76B-679D-400C-AFD5-4298C6D174A5}">
      <dgm:prSet phldrT="[Text]"/>
      <dgm:spPr/>
      <dgm:t>
        <a:bodyPr/>
        <a:lstStyle/>
        <a:p>
          <a:r>
            <a:rPr lang="en-IN" dirty="0"/>
            <a:t>Detecting all the tags visible</a:t>
          </a:r>
        </a:p>
      </dgm:t>
    </dgm:pt>
    <dgm:pt modelId="{1B69B3D2-AD7D-4247-A47A-19BFEF3822C4}" type="parTrans" cxnId="{EE71B5A0-D8A2-4785-AD46-A13DCBE97129}">
      <dgm:prSet/>
      <dgm:spPr/>
      <dgm:t>
        <a:bodyPr/>
        <a:lstStyle/>
        <a:p>
          <a:endParaRPr lang="en-IN"/>
        </a:p>
      </dgm:t>
    </dgm:pt>
    <dgm:pt modelId="{AA36E6A7-47A2-4447-AFDF-6D8396FF3F68}" type="sibTrans" cxnId="{EE71B5A0-D8A2-4785-AD46-A13DCBE97129}">
      <dgm:prSet/>
      <dgm:spPr/>
      <dgm:t>
        <a:bodyPr/>
        <a:lstStyle/>
        <a:p>
          <a:endParaRPr lang="en-IN"/>
        </a:p>
      </dgm:t>
    </dgm:pt>
    <dgm:pt modelId="{088147EB-117D-4D7B-A18D-C1F25F44CBD7}">
      <dgm:prSet phldrT="[Text]"/>
      <dgm:spPr/>
      <dgm:t>
        <a:bodyPr/>
        <a:lstStyle/>
        <a:p>
          <a:r>
            <a:rPr lang="en-IN" dirty="0"/>
            <a:t>Showing all the tags visible in the </a:t>
          </a:r>
          <a:r>
            <a:rPr lang="en-IN" dirty="0" err="1"/>
            <a:t>cmd</a:t>
          </a:r>
          <a:r>
            <a:rPr lang="en-IN" dirty="0"/>
            <a:t> window.</a:t>
          </a:r>
        </a:p>
      </dgm:t>
    </dgm:pt>
    <dgm:pt modelId="{BAEB63A0-9C8D-4656-8692-DAAF630C2EBD}" type="parTrans" cxnId="{0F8387B2-CAC0-40DD-874D-DA00C360DDAA}">
      <dgm:prSet/>
      <dgm:spPr/>
      <dgm:t>
        <a:bodyPr/>
        <a:lstStyle/>
        <a:p>
          <a:endParaRPr lang="en-IN"/>
        </a:p>
      </dgm:t>
    </dgm:pt>
    <dgm:pt modelId="{CB0C3182-0DF2-4898-B0D1-1383FA21B6AF}" type="sibTrans" cxnId="{0F8387B2-CAC0-40DD-874D-DA00C360DDAA}">
      <dgm:prSet/>
      <dgm:spPr/>
      <dgm:t>
        <a:bodyPr/>
        <a:lstStyle/>
        <a:p>
          <a:endParaRPr lang="en-IN"/>
        </a:p>
      </dgm:t>
    </dgm:pt>
    <dgm:pt modelId="{ADC82244-85B1-4C69-BCF2-1BBD87D2B17B}">
      <dgm:prSet phldrT="[Text]"/>
      <dgm:spPr/>
      <dgm:t>
        <a:bodyPr/>
        <a:lstStyle/>
        <a:p>
          <a:r>
            <a:rPr lang="en-IN" dirty="0"/>
            <a:t>Displaying the cameras</a:t>
          </a:r>
        </a:p>
      </dgm:t>
    </dgm:pt>
    <dgm:pt modelId="{A93B40C5-5398-46AE-974C-106DD74E0790}" type="parTrans" cxnId="{3DFBC5A9-E452-4325-AB6E-B26C1533BCC8}">
      <dgm:prSet/>
      <dgm:spPr/>
      <dgm:t>
        <a:bodyPr/>
        <a:lstStyle/>
        <a:p>
          <a:endParaRPr lang="en-IN"/>
        </a:p>
      </dgm:t>
    </dgm:pt>
    <dgm:pt modelId="{52FEBF9C-DC20-470B-9450-EAE4018BF773}" type="sibTrans" cxnId="{3DFBC5A9-E452-4325-AB6E-B26C1533BCC8}">
      <dgm:prSet/>
      <dgm:spPr/>
      <dgm:t>
        <a:bodyPr/>
        <a:lstStyle/>
        <a:p>
          <a:endParaRPr lang="en-IN"/>
        </a:p>
      </dgm:t>
    </dgm:pt>
    <dgm:pt modelId="{EDEA1632-9C73-4619-BB29-734779DAC2D3}">
      <dgm:prSet phldrT="[Text]"/>
      <dgm:spPr/>
      <dgm:t>
        <a:bodyPr/>
        <a:lstStyle/>
        <a:p>
          <a:r>
            <a:rPr lang="en-IN" dirty="0"/>
            <a:t>Showing the live feed of all the cameras</a:t>
          </a:r>
        </a:p>
      </dgm:t>
    </dgm:pt>
    <dgm:pt modelId="{1FB2BEC6-5807-4673-B0A0-2E2E357AC922}" type="parTrans" cxnId="{871B66EA-0F57-4EF1-9BA6-DB7F698E1644}">
      <dgm:prSet/>
      <dgm:spPr/>
      <dgm:t>
        <a:bodyPr/>
        <a:lstStyle/>
        <a:p>
          <a:endParaRPr lang="en-IN"/>
        </a:p>
      </dgm:t>
    </dgm:pt>
    <dgm:pt modelId="{5AFF6E66-529E-4116-8540-A5686A78295A}" type="sibTrans" cxnId="{871B66EA-0F57-4EF1-9BA6-DB7F698E1644}">
      <dgm:prSet/>
      <dgm:spPr/>
      <dgm:t>
        <a:bodyPr/>
        <a:lstStyle/>
        <a:p>
          <a:endParaRPr lang="en-IN"/>
        </a:p>
      </dgm:t>
    </dgm:pt>
    <dgm:pt modelId="{C73375F5-A73C-4605-89C6-41B0696826F7}">
      <dgm:prSet phldrT="[Text]"/>
      <dgm:spPr/>
      <dgm:t>
        <a:bodyPr/>
        <a:lstStyle/>
        <a:p>
          <a:r>
            <a:rPr lang="en-IN" dirty="0"/>
            <a:t>Warning:  The code has crashed when the camera feed is given to the client.</a:t>
          </a:r>
        </a:p>
      </dgm:t>
    </dgm:pt>
    <dgm:pt modelId="{B54E3087-E1B5-4FF6-BC86-41B652FFE700}" type="parTrans" cxnId="{690F8C42-B2A3-47CD-B26C-F9141D150351}">
      <dgm:prSet/>
      <dgm:spPr/>
      <dgm:t>
        <a:bodyPr/>
        <a:lstStyle/>
        <a:p>
          <a:endParaRPr lang="en-IN"/>
        </a:p>
      </dgm:t>
    </dgm:pt>
    <dgm:pt modelId="{6501A295-B085-45D0-8FF8-E8B3F329D428}" type="sibTrans" cxnId="{690F8C42-B2A3-47CD-B26C-F9141D150351}">
      <dgm:prSet/>
      <dgm:spPr/>
      <dgm:t>
        <a:bodyPr/>
        <a:lstStyle/>
        <a:p>
          <a:endParaRPr lang="en-IN"/>
        </a:p>
      </dgm:t>
    </dgm:pt>
    <dgm:pt modelId="{FDA06707-964D-4F46-82A2-7CECDF97DFFD}">
      <dgm:prSet phldrT="[Text]"/>
      <dgm:spPr/>
      <dgm:t>
        <a:bodyPr/>
        <a:lstStyle/>
        <a:p>
          <a:r>
            <a:rPr lang="en-IN" dirty="0"/>
            <a:t>Moving robot such that the front-right camera is aligned to the fiducial</a:t>
          </a:r>
        </a:p>
      </dgm:t>
    </dgm:pt>
    <dgm:pt modelId="{5B668636-D617-449B-9537-9FE41DD58FAA}" type="parTrans" cxnId="{3ADF06F8-55BC-42C9-995A-3CC1106E76F0}">
      <dgm:prSet/>
      <dgm:spPr/>
      <dgm:t>
        <a:bodyPr/>
        <a:lstStyle/>
        <a:p>
          <a:endParaRPr lang="en-IN"/>
        </a:p>
      </dgm:t>
    </dgm:pt>
    <dgm:pt modelId="{3FA6A242-9B30-4E5B-A8CB-A5E8C8B1D22D}" type="sibTrans" cxnId="{3ADF06F8-55BC-42C9-995A-3CC1106E76F0}">
      <dgm:prSet/>
      <dgm:spPr/>
      <dgm:t>
        <a:bodyPr/>
        <a:lstStyle/>
        <a:p>
          <a:endParaRPr lang="en-IN"/>
        </a:p>
      </dgm:t>
    </dgm:pt>
    <dgm:pt modelId="{A78F32E8-3519-46F9-88AB-799BA3CBED02}">
      <dgm:prSet phldrT="[Text]"/>
      <dgm:spPr/>
      <dgm:t>
        <a:bodyPr/>
        <a:lstStyle/>
        <a:p>
          <a:r>
            <a:rPr lang="en-IN" dirty="0"/>
            <a:t>Quit option</a:t>
          </a:r>
        </a:p>
      </dgm:t>
    </dgm:pt>
    <dgm:pt modelId="{FBF473BA-893D-4CED-97CC-E01179F22F7C}" type="parTrans" cxnId="{EAE182F6-C337-4144-BE46-CD75837FA4FF}">
      <dgm:prSet/>
      <dgm:spPr/>
      <dgm:t>
        <a:bodyPr/>
        <a:lstStyle/>
        <a:p>
          <a:endParaRPr lang="en-IN"/>
        </a:p>
      </dgm:t>
    </dgm:pt>
    <dgm:pt modelId="{783442AB-4702-4B58-B5CB-0EA562B45988}" type="sibTrans" cxnId="{EAE182F6-C337-4144-BE46-CD75837FA4FF}">
      <dgm:prSet/>
      <dgm:spPr/>
      <dgm:t>
        <a:bodyPr/>
        <a:lstStyle/>
        <a:p>
          <a:endParaRPr lang="en-IN"/>
        </a:p>
      </dgm:t>
    </dgm:pt>
    <dgm:pt modelId="{1A66C9AC-2ACA-45FE-89FC-1B02925D93C1}">
      <dgm:prSet phldrT="[Text]"/>
      <dgm:spPr/>
      <dgm:t>
        <a:bodyPr/>
        <a:lstStyle/>
        <a:p>
          <a:r>
            <a:rPr lang="en-IN" dirty="0"/>
            <a:t>Rotating 90 degrees and search</a:t>
          </a:r>
        </a:p>
      </dgm:t>
    </dgm:pt>
    <dgm:pt modelId="{8AD03E63-577C-4804-BA6F-6A348107CB26}" type="parTrans" cxnId="{2E5F303B-54E6-4679-B933-BEE81FCD8623}">
      <dgm:prSet/>
      <dgm:spPr/>
      <dgm:t>
        <a:bodyPr/>
        <a:lstStyle/>
        <a:p>
          <a:endParaRPr lang="en-IN"/>
        </a:p>
      </dgm:t>
    </dgm:pt>
    <dgm:pt modelId="{FDA295F0-B18F-4EC3-A57C-702400C3BB23}" type="sibTrans" cxnId="{2E5F303B-54E6-4679-B933-BEE81FCD8623}">
      <dgm:prSet/>
      <dgm:spPr/>
      <dgm:t>
        <a:bodyPr/>
        <a:lstStyle/>
        <a:p>
          <a:endParaRPr lang="en-IN"/>
        </a:p>
      </dgm:t>
    </dgm:pt>
    <dgm:pt modelId="{2E268C97-BECC-4B6C-BFD4-5B76579D6578}">
      <dgm:prSet phldrT="[Text]"/>
      <dgm:spPr/>
      <dgm:t>
        <a:bodyPr/>
        <a:lstStyle/>
        <a:p>
          <a:r>
            <a:rPr lang="en-IN" dirty="0"/>
            <a:t>Staying at the same place</a:t>
          </a:r>
        </a:p>
      </dgm:t>
    </dgm:pt>
    <dgm:pt modelId="{340E8F73-A9B6-43F7-A90B-E00004876BF4}" type="parTrans" cxnId="{0C80B8EE-9E2B-4913-B584-5CFE86E30C24}">
      <dgm:prSet/>
      <dgm:spPr/>
      <dgm:t>
        <a:bodyPr/>
        <a:lstStyle/>
        <a:p>
          <a:endParaRPr lang="en-IN"/>
        </a:p>
      </dgm:t>
    </dgm:pt>
    <dgm:pt modelId="{E3BCD696-47B0-4D01-8E83-09E533982714}" type="sibTrans" cxnId="{0C80B8EE-9E2B-4913-B584-5CFE86E30C24}">
      <dgm:prSet/>
      <dgm:spPr/>
      <dgm:t>
        <a:bodyPr/>
        <a:lstStyle/>
        <a:p>
          <a:endParaRPr lang="en-IN"/>
        </a:p>
      </dgm:t>
    </dgm:pt>
    <dgm:pt modelId="{4BF03AEC-16C8-49AE-AAF8-13EDD819CCA3}">
      <dgm:prSet phldrT="[Text]"/>
      <dgm:spPr/>
      <dgm:t>
        <a:bodyPr/>
        <a:lstStyle/>
        <a:p>
          <a:r>
            <a:rPr lang="en-IN" dirty="0"/>
            <a:t>And printing more info in the </a:t>
          </a:r>
          <a:r>
            <a:rPr lang="en-IN" dirty="0" err="1"/>
            <a:t>cmd</a:t>
          </a:r>
          <a:r>
            <a:rPr lang="en-IN" dirty="0"/>
            <a:t> window</a:t>
          </a:r>
        </a:p>
      </dgm:t>
    </dgm:pt>
    <dgm:pt modelId="{E6CD20B0-9FBD-441A-9347-824BB43460D4}" type="parTrans" cxnId="{F337AFBB-D1E0-4E7D-9D9A-51738EDAF77F}">
      <dgm:prSet/>
      <dgm:spPr/>
      <dgm:t>
        <a:bodyPr/>
        <a:lstStyle/>
        <a:p>
          <a:endParaRPr lang="en-IN"/>
        </a:p>
      </dgm:t>
    </dgm:pt>
    <dgm:pt modelId="{29AA24CD-B0B9-4D5F-BCC6-70B98C0A235B}" type="sibTrans" cxnId="{F337AFBB-D1E0-4E7D-9D9A-51738EDAF77F}">
      <dgm:prSet/>
      <dgm:spPr/>
      <dgm:t>
        <a:bodyPr/>
        <a:lstStyle/>
        <a:p>
          <a:endParaRPr lang="en-IN"/>
        </a:p>
      </dgm:t>
    </dgm:pt>
    <dgm:pt modelId="{01A42577-FBE6-462E-BB58-C0AE59B16907}">
      <dgm:prSet phldrT="[Text]"/>
      <dgm:spPr/>
      <dgm:t>
        <a:bodyPr/>
        <a:lstStyle/>
        <a:p>
          <a:r>
            <a:rPr lang="en-IN" dirty="0"/>
            <a:t>Changing the distance margin and the speed</a:t>
          </a:r>
        </a:p>
      </dgm:t>
    </dgm:pt>
    <dgm:pt modelId="{79C423E0-1DF9-4BDC-ABBF-F65EDEEBF4B5}" type="parTrans" cxnId="{5E885948-A5F8-4376-9CEC-668168FFDA75}">
      <dgm:prSet/>
      <dgm:spPr/>
      <dgm:t>
        <a:bodyPr/>
        <a:lstStyle/>
        <a:p>
          <a:endParaRPr lang="en-IN"/>
        </a:p>
      </dgm:t>
    </dgm:pt>
    <dgm:pt modelId="{EF526793-4FE0-4F2B-A77A-4730326789D9}" type="sibTrans" cxnId="{5E885948-A5F8-4376-9CEC-668168FFDA75}">
      <dgm:prSet/>
      <dgm:spPr/>
      <dgm:t>
        <a:bodyPr/>
        <a:lstStyle/>
        <a:p>
          <a:endParaRPr lang="en-IN"/>
        </a:p>
      </dgm:t>
    </dgm:pt>
    <dgm:pt modelId="{A26949AC-B825-4647-A5DB-C3E681B4A287}">
      <dgm:prSet phldrT="[Text]"/>
      <dgm:spPr/>
      <dgm:t>
        <a:bodyPr/>
        <a:lstStyle/>
        <a:p>
          <a:r>
            <a:rPr lang="en-IN" dirty="0"/>
            <a:t>Camera capture</a:t>
          </a:r>
        </a:p>
      </dgm:t>
    </dgm:pt>
    <dgm:pt modelId="{7BDAABEB-DAFC-4ECB-80B0-B02EECA6D5AE}" type="parTrans" cxnId="{B8B34A92-FD28-4373-A402-55D8DD6F8575}">
      <dgm:prSet/>
      <dgm:spPr/>
      <dgm:t>
        <a:bodyPr/>
        <a:lstStyle/>
        <a:p>
          <a:endParaRPr lang="en-IN"/>
        </a:p>
      </dgm:t>
    </dgm:pt>
    <dgm:pt modelId="{001482A4-F52A-429A-8B24-C41791869803}" type="sibTrans" cxnId="{B8B34A92-FD28-4373-A402-55D8DD6F8575}">
      <dgm:prSet/>
      <dgm:spPr/>
      <dgm:t>
        <a:bodyPr/>
        <a:lstStyle/>
        <a:p>
          <a:endParaRPr lang="en-IN"/>
        </a:p>
      </dgm:t>
    </dgm:pt>
    <dgm:pt modelId="{39F1AF94-14E0-4B1B-BB7F-3767D5EB82FC}">
      <dgm:prSet phldrT="[Text]"/>
      <dgm:spPr/>
      <dgm:t>
        <a:bodyPr/>
        <a:lstStyle/>
        <a:p>
          <a:r>
            <a:rPr lang="en-IN" dirty="0"/>
            <a:t>The images from all cameras are captured when client gives the command.</a:t>
          </a:r>
        </a:p>
      </dgm:t>
    </dgm:pt>
    <dgm:pt modelId="{9109F4AA-5303-4E78-A29F-CB1C39618C5E}" type="parTrans" cxnId="{ACD0E3A0-C895-4EE4-B374-2D6319383E77}">
      <dgm:prSet/>
      <dgm:spPr/>
      <dgm:t>
        <a:bodyPr/>
        <a:lstStyle/>
        <a:p>
          <a:endParaRPr lang="en-IN"/>
        </a:p>
      </dgm:t>
    </dgm:pt>
    <dgm:pt modelId="{F184ECE7-83B7-432C-BF1D-9EBF5B4BF630}" type="sibTrans" cxnId="{ACD0E3A0-C895-4EE4-B374-2D6319383E77}">
      <dgm:prSet/>
      <dgm:spPr/>
      <dgm:t>
        <a:bodyPr/>
        <a:lstStyle/>
        <a:p>
          <a:endParaRPr lang="en-IN"/>
        </a:p>
      </dgm:t>
    </dgm:pt>
    <dgm:pt modelId="{2EBE3580-ADA9-4E8C-B2D4-803F5099181D}" type="pres">
      <dgm:prSet presAssocID="{9A3670DD-FBDF-4E40-A161-16E795E18CEA}" presName="arrowDiagram" presStyleCnt="0">
        <dgm:presLayoutVars>
          <dgm:chMax val="5"/>
          <dgm:dir/>
          <dgm:resizeHandles val="exact"/>
        </dgm:presLayoutVars>
      </dgm:prSet>
      <dgm:spPr/>
    </dgm:pt>
    <dgm:pt modelId="{0A0DC442-8FA8-43C1-81D4-746E6611382C}" type="pres">
      <dgm:prSet presAssocID="{9A3670DD-FBDF-4E40-A161-16E795E18CEA}" presName="arrow" presStyleLbl="bgShp" presStyleIdx="0" presStyleCnt="1"/>
      <dgm:spPr/>
    </dgm:pt>
    <dgm:pt modelId="{A80D6553-DE0D-49D8-964E-CD9C8615925B}" type="pres">
      <dgm:prSet presAssocID="{9A3670DD-FBDF-4E40-A161-16E795E18CEA}" presName="arrowDiagram5" presStyleCnt="0"/>
      <dgm:spPr/>
    </dgm:pt>
    <dgm:pt modelId="{95138DB0-D67C-4023-80CE-16CB65D35AFC}" type="pres">
      <dgm:prSet presAssocID="{64AC9532-ECE8-4364-87E8-8271600B14C3}" presName="bullet5a" presStyleLbl="node1" presStyleIdx="0" presStyleCnt="5"/>
      <dgm:spPr/>
    </dgm:pt>
    <dgm:pt modelId="{00360BD5-3E9A-4727-B999-F2F1F95368E2}" type="pres">
      <dgm:prSet presAssocID="{64AC9532-ECE8-4364-87E8-8271600B14C3}" presName="textBox5a" presStyleLbl="revTx" presStyleIdx="0" presStyleCnt="5">
        <dgm:presLayoutVars>
          <dgm:bulletEnabled val="1"/>
        </dgm:presLayoutVars>
      </dgm:prSet>
      <dgm:spPr/>
    </dgm:pt>
    <dgm:pt modelId="{103FE9E7-938F-4C91-8DF0-40749CDC25AD}" type="pres">
      <dgm:prSet presAssocID="{ADC82244-85B1-4C69-BCF2-1BBD87D2B17B}" presName="bullet5b" presStyleLbl="node1" presStyleIdx="1" presStyleCnt="5"/>
      <dgm:spPr/>
    </dgm:pt>
    <dgm:pt modelId="{8A7EE3DD-C1CB-4105-BE37-C41F1287079C}" type="pres">
      <dgm:prSet presAssocID="{ADC82244-85B1-4C69-BCF2-1BBD87D2B17B}" presName="textBox5b" presStyleLbl="revTx" presStyleIdx="1" presStyleCnt="5">
        <dgm:presLayoutVars>
          <dgm:bulletEnabled val="1"/>
        </dgm:presLayoutVars>
      </dgm:prSet>
      <dgm:spPr/>
    </dgm:pt>
    <dgm:pt modelId="{8466DCC2-7B2C-4CDE-8043-43E6480C76F0}" type="pres">
      <dgm:prSet presAssocID="{2B5B277A-5114-4F5C-8BA9-50146BAA0406}" presName="bullet5c" presStyleLbl="node1" presStyleIdx="2" presStyleCnt="5"/>
      <dgm:spPr/>
    </dgm:pt>
    <dgm:pt modelId="{6D432C6B-E212-4964-A36A-0E1AB8B1A039}" type="pres">
      <dgm:prSet presAssocID="{2B5B277A-5114-4F5C-8BA9-50146BAA0406}" presName="textBox5c" presStyleLbl="revTx" presStyleIdx="2" presStyleCnt="5">
        <dgm:presLayoutVars>
          <dgm:bulletEnabled val="1"/>
        </dgm:presLayoutVars>
      </dgm:prSet>
      <dgm:spPr/>
    </dgm:pt>
    <dgm:pt modelId="{3C393ECE-37C3-41BD-91A5-C7CC4EFF730A}" type="pres">
      <dgm:prSet presAssocID="{D13D57E4-5698-4510-B284-E64C56CD8831}" presName="bullet5d" presStyleLbl="node1" presStyleIdx="3" presStyleCnt="5"/>
      <dgm:spPr/>
    </dgm:pt>
    <dgm:pt modelId="{EAB58CAE-F16E-4FD4-A22D-C0A28B041634}" type="pres">
      <dgm:prSet presAssocID="{D13D57E4-5698-4510-B284-E64C56CD8831}" presName="textBox5d" presStyleLbl="revTx" presStyleIdx="3" presStyleCnt="5">
        <dgm:presLayoutVars>
          <dgm:bulletEnabled val="1"/>
        </dgm:presLayoutVars>
      </dgm:prSet>
      <dgm:spPr/>
    </dgm:pt>
    <dgm:pt modelId="{D2CFB6A4-B995-4E7F-BF14-94BCD09CEEBE}" type="pres">
      <dgm:prSet presAssocID="{A26949AC-B825-4647-A5DB-C3E681B4A287}" presName="bullet5e" presStyleLbl="node1" presStyleIdx="4" presStyleCnt="5"/>
      <dgm:spPr/>
    </dgm:pt>
    <dgm:pt modelId="{06C988F4-6B20-4C25-96A1-F3D74561AB2C}" type="pres">
      <dgm:prSet presAssocID="{A26949AC-B825-4647-A5DB-C3E681B4A287}" presName="textBox5e" presStyleLbl="revTx" presStyleIdx="4" presStyleCnt="5">
        <dgm:presLayoutVars>
          <dgm:bulletEnabled val="1"/>
        </dgm:presLayoutVars>
      </dgm:prSet>
      <dgm:spPr/>
    </dgm:pt>
  </dgm:ptLst>
  <dgm:cxnLst>
    <dgm:cxn modelId="{AAD00615-4021-4CAC-A401-6CE2FDB38FC4}" type="presOf" srcId="{ADC82244-85B1-4C69-BCF2-1BBD87D2B17B}" destId="{8A7EE3DD-C1CB-4105-BE37-C41F1287079C}" srcOrd="0" destOrd="0" presId="urn:microsoft.com/office/officeart/2005/8/layout/arrow2"/>
    <dgm:cxn modelId="{06A95E1D-0829-4FA3-AB16-CD48E55EB2F2}" type="presOf" srcId="{64AC9532-ECE8-4364-87E8-8271600B14C3}" destId="{00360BD5-3E9A-4727-B999-F2F1F95368E2}" srcOrd="0" destOrd="0" presId="urn:microsoft.com/office/officeart/2005/8/layout/arrow2"/>
    <dgm:cxn modelId="{DBAD0F20-980A-4FEA-8637-757D511AF30C}" type="presOf" srcId="{9A3670DD-FBDF-4E40-A161-16E795E18CEA}" destId="{2EBE3580-ADA9-4E8C-B2D4-803F5099181D}" srcOrd="0" destOrd="0" presId="urn:microsoft.com/office/officeart/2005/8/layout/arrow2"/>
    <dgm:cxn modelId="{75055626-5808-4E28-B933-007FD1E63488}" type="presOf" srcId="{39F1AF94-14E0-4B1B-BB7F-3767D5EB82FC}" destId="{06C988F4-6B20-4C25-96A1-F3D74561AB2C}" srcOrd="0" destOrd="1" presId="urn:microsoft.com/office/officeart/2005/8/layout/arrow2"/>
    <dgm:cxn modelId="{8C40B035-553A-4348-AB82-4FA4023895D3}" type="presOf" srcId="{A26949AC-B825-4647-A5DB-C3E681B4A287}" destId="{06C988F4-6B20-4C25-96A1-F3D74561AB2C}" srcOrd="0" destOrd="0" presId="urn:microsoft.com/office/officeart/2005/8/layout/arrow2"/>
    <dgm:cxn modelId="{2E5F303B-54E6-4679-B933-BEE81FCD8623}" srcId="{D13D57E4-5698-4510-B284-E64C56CD8831}" destId="{1A66C9AC-2ACA-45FE-89FC-1B02925D93C1}" srcOrd="2" destOrd="0" parTransId="{8AD03E63-577C-4804-BA6F-6A348107CB26}" sibTransId="{FDA295F0-B18F-4EC3-A57C-702400C3BB23}"/>
    <dgm:cxn modelId="{10F5813C-A038-49B5-9A18-0126A80C03F2}" type="presOf" srcId="{FDA06707-964D-4F46-82A2-7CECDF97DFFD}" destId="{6D432C6B-E212-4964-A36A-0E1AB8B1A039}" srcOrd="0" destOrd="3" presId="urn:microsoft.com/office/officeart/2005/8/layout/arrow2"/>
    <dgm:cxn modelId="{DCC4E53D-E5D8-4C40-A1D4-9D0B1BE18D6F}" srcId="{9A3670DD-FBDF-4E40-A161-16E795E18CEA}" destId="{64AC9532-ECE8-4364-87E8-8271600B14C3}" srcOrd="0" destOrd="0" parTransId="{B5E3F941-1EE2-4DE5-A4D3-D1DB775E2078}" sibTransId="{4D1160E2-0A8E-4EB0-9947-2B819ED554F3}"/>
    <dgm:cxn modelId="{E38D803F-4330-4A92-99A7-BA0FCD52DEB5}" srcId="{64AC9532-ECE8-4364-87E8-8271600B14C3}" destId="{1C94207C-2542-45A0-A36B-73D12272BD94}" srcOrd="1" destOrd="0" parTransId="{1087C0A7-A635-4E79-8EDB-F256F78FD7BC}" sibTransId="{9D0910FE-31ED-4F9C-BEC7-BF616BD362DF}"/>
    <dgm:cxn modelId="{690F8C42-B2A3-47CD-B26C-F9141D150351}" srcId="{ADC82244-85B1-4C69-BCF2-1BBD87D2B17B}" destId="{C73375F5-A73C-4605-89C6-41B0696826F7}" srcOrd="1" destOrd="0" parTransId="{B54E3087-E1B5-4FF6-BC86-41B652FFE700}" sibTransId="{6501A295-B085-45D0-8FF8-E8B3F329D428}"/>
    <dgm:cxn modelId="{5F0CF544-014D-4674-8E87-898AEF3BE2C2}" type="presOf" srcId="{1C94207C-2542-45A0-A36B-73D12272BD94}" destId="{00360BD5-3E9A-4727-B999-F2F1F95368E2}" srcOrd="0" destOrd="2" presId="urn:microsoft.com/office/officeart/2005/8/layout/arrow2"/>
    <dgm:cxn modelId="{FA5D3E48-704C-4393-A009-855B090B0B44}" type="presOf" srcId="{2B5B277A-5114-4F5C-8BA9-50146BAA0406}" destId="{6D432C6B-E212-4964-A36A-0E1AB8B1A039}" srcOrd="0" destOrd="0" presId="urn:microsoft.com/office/officeart/2005/8/layout/arrow2"/>
    <dgm:cxn modelId="{5E885948-A5F8-4376-9CEC-668168FFDA75}" srcId="{2B5B277A-5114-4F5C-8BA9-50146BAA0406}" destId="{01A42577-FBE6-462E-BB58-C0AE59B16907}" srcOrd="3" destOrd="0" parTransId="{79C423E0-1DF9-4BDC-ABBF-F65EDEEBF4B5}" sibTransId="{EF526793-4FE0-4F2B-A77A-4730326789D9}"/>
    <dgm:cxn modelId="{2C19B26E-0A1B-4D53-AF54-EBE434918CDA}" type="presOf" srcId="{C73375F5-A73C-4605-89C6-41B0696826F7}" destId="{8A7EE3DD-C1CB-4105-BE37-C41F1287079C}" srcOrd="0" destOrd="2" presId="urn:microsoft.com/office/officeart/2005/8/layout/arrow2"/>
    <dgm:cxn modelId="{6A5A7D72-E1EC-4117-8042-887691C53E65}" type="presOf" srcId="{EDEA1632-9C73-4619-BB29-734779DAC2D3}" destId="{8A7EE3DD-C1CB-4105-BE37-C41F1287079C}" srcOrd="0" destOrd="1" presId="urn:microsoft.com/office/officeart/2005/8/layout/arrow2"/>
    <dgm:cxn modelId="{1E425C57-0ECC-484D-A8F8-DC5CC3CA805D}" type="presOf" srcId="{088147EB-117D-4D7B-A18D-C1F25F44CBD7}" destId="{6D432C6B-E212-4964-A36A-0E1AB8B1A039}" srcOrd="0" destOrd="2" presId="urn:microsoft.com/office/officeart/2005/8/layout/arrow2"/>
    <dgm:cxn modelId="{F7B72359-EC28-47E1-A6EA-BCB9074DB280}" type="presOf" srcId="{4BF03AEC-16C8-49AE-AAF8-13EDD819CCA3}" destId="{EAB58CAE-F16E-4FD4-A22D-C0A28B041634}" srcOrd="0" destOrd="5" presId="urn:microsoft.com/office/officeart/2005/8/layout/arrow2"/>
    <dgm:cxn modelId="{B8B34A92-FD28-4373-A402-55D8DD6F8575}" srcId="{9A3670DD-FBDF-4E40-A161-16E795E18CEA}" destId="{A26949AC-B825-4647-A5DB-C3E681B4A287}" srcOrd="4" destOrd="0" parTransId="{7BDAABEB-DAFC-4ECB-80B0-B02EECA6D5AE}" sibTransId="{001482A4-F52A-429A-8B24-C41791869803}"/>
    <dgm:cxn modelId="{5266499A-4CD8-439F-BB92-590DC3E216CA}" type="presOf" srcId="{1A66C9AC-2ACA-45FE-89FC-1B02925D93C1}" destId="{EAB58CAE-F16E-4FD4-A22D-C0A28B041634}" srcOrd="0" destOrd="3" presId="urn:microsoft.com/office/officeart/2005/8/layout/arrow2"/>
    <dgm:cxn modelId="{6D953DA0-8B7B-4847-A65F-15387887C035}" type="presOf" srcId="{61403A83-9BE3-40A2-B42C-973475F99AA1}" destId="{EAB58CAE-F16E-4FD4-A22D-C0A28B041634}" srcOrd="0" destOrd="1" presId="urn:microsoft.com/office/officeart/2005/8/layout/arrow2"/>
    <dgm:cxn modelId="{EE71B5A0-D8A2-4785-AD46-A13DCBE97129}" srcId="{2B5B277A-5114-4F5C-8BA9-50146BAA0406}" destId="{FB1CC76B-679D-400C-AFD5-4298C6D174A5}" srcOrd="0" destOrd="0" parTransId="{1B69B3D2-AD7D-4247-A47A-19BFEF3822C4}" sibTransId="{AA36E6A7-47A2-4447-AFDF-6D8396FF3F68}"/>
    <dgm:cxn modelId="{ACD0E3A0-C895-4EE4-B374-2D6319383E77}" srcId="{A26949AC-B825-4647-A5DB-C3E681B4A287}" destId="{39F1AF94-14E0-4B1B-BB7F-3767D5EB82FC}" srcOrd="0" destOrd="0" parTransId="{9109F4AA-5303-4E78-A29F-CB1C39618C5E}" sibTransId="{F184ECE7-83B7-432C-BF1D-9EBF5B4BF630}"/>
    <dgm:cxn modelId="{F74FECA1-38A5-4DA7-918C-0CBF78E50A19}" srcId="{9A3670DD-FBDF-4E40-A161-16E795E18CEA}" destId="{2B5B277A-5114-4F5C-8BA9-50146BAA0406}" srcOrd="2" destOrd="0" parTransId="{49FC44A4-010A-4854-909C-8BF2E95476B5}" sibTransId="{BB50E682-1644-41B0-8CBB-8D853A2687BC}"/>
    <dgm:cxn modelId="{3DFBC5A9-E452-4325-AB6E-B26C1533BCC8}" srcId="{9A3670DD-FBDF-4E40-A161-16E795E18CEA}" destId="{ADC82244-85B1-4C69-BCF2-1BBD87D2B17B}" srcOrd="1" destOrd="0" parTransId="{A93B40C5-5398-46AE-974C-106DD74E0790}" sibTransId="{52FEBF9C-DC20-470B-9450-EAE4018BF773}"/>
    <dgm:cxn modelId="{5483CBAB-7357-4045-B6B8-C3D4CC17F8B2}" type="presOf" srcId="{2E268C97-BECC-4B6C-BFD4-5B76579D6578}" destId="{EAB58CAE-F16E-4FD4-A22D-C0A28B041634}" srcOrd="0" destOrd="4" presId="urn:microsoft.com/office/officeart/2005/8/layout/arrow2"/>
    <dgm:cxn modelId="{0F8387B2-CAC0-40DD-874D-DA00C360DDAA}" srcId="{2B5B277A-5114-4F5C-8BA9-50146BAA0406}" destId="{088147EB-117D-4D7B-A18D-C1F25F44CBD7}" srcOrd="1" destOrd="0" parTransId="{BAEB63A0-9C8D-4656-8692-DAAF630C2EBD}" sibTransId="{CB0C3182-0DF2-4898-B0D1-1383FA21B6AF}"/>
    <dgm:cxn modelId="{794798B4-BC36-4174-BC07-2491A818214D}" type="presOf" srcId="{1EA01AD1-E448-4E2D-ADA6-53A58C0B38CE}" destId="{00360BD5-3E9A-4727-B999-F2F1F95368E2}" srcOrd="0" destOrd="1" presId="urn:microsoft.com/office/officeart/2005/8/layout/arrow2"/>
    <dgm:cxn modelId="{27743BB9-6B8B-4586-8CDE-297F7A33D7D1}" srcId="{9A3670DD-FBDF-4E40-A161-16E795E18CEA}" destId="{D13D57E4-5698-4510-B284-E64C56CD8831}" srcOrd="3" destOrd="0" parTransId="{B376A468-E8A1-43F6-A133-1339C123BE61}" sibTransId="{A24BA9BB-D86D-4300-B42E-915D839FC005}"/>
    <dgm:cxn modelId="{F337AFBB-D1E0-4E7D-9D9A-51738EDAF77F}" srcId="{D13D57E4-5698-4510-B284-E64C56CD8831}" destId="{4BF03AEC-16C8-49AE-AAF8-13EDD819CCA3}" srcOrd="4" destOrd="0" parTransId="{E6CD20B0-9FBD-441A-9347-824BB43460D4}" sibTransId="{29AA24CD-B0B9-4D5F-BCC6-70B98C0A235B}"/>
    <dgm:cxn modelId="{34AEEBD8-CB13-4EFB-87A4-91CD1012E694}" type="presOf" srcId="{A78F32E8-3519-46F9-88AB-799BA3CBED02}" destId="{EAB58CAE-F16E-4FD4-A22D-C0A28B041634}" srcOrd="0" destOrd="2" presId="urn:microsoft.com/office/officeart/2005/8/layout/arrow2"/>
    <dgm:cxn modelId="{B10735DB-73D2-4B17-BCF9-6EE4AEC353FD}" type="presOf" srcId="{01A42577-FBE6-462E-BB58-C0AE59B16907}" destId="{6D432C6B-E212-4964-A36A-0E1AB8B1A039}" srcOrd="0" destOrd="4" presId="urn:microsoft.com/office/officeart/2005/8/layout/arrow2"/>
    <dgm:cxn modelId="{654415E3-4FC5-4B25-B51F-D37192D90895}" srcId="{D13D57E4-5698-4510-B284-E64C56CD8831}" destId="{61403A83-9BE3-40A2-B42C-973475F99AA1}" srcOrd="0" destOrd="0" parTransId="{1A057D17-C85A-4AC7-AB55-5611CA01D8E6}" sibTransId="{68CB091C-E4BF-46CE-A66B-B56DE315922B}"/>
    <dgm:cxn modelId="{304056E3-6FB6-4893-B9EF-54ABF089C9F3}" type="presOf" srcId="{FB1CC76B-679D-400C-AFD5-4298C6D174A5}" destId="{6D432C6B-E212-4964-A36A-0E1AB8B1A039}" srcOrd="0" destOrd="1" presId="urn:microsoft.com/office/officeart/2005/8/layout/arrow2"/>
    <dgm:cxn modelId="{473287E3-F21D-4706-AD7D-56EC1A12C63F}" type="presOf" srcId="{D13D57E4-5698-4510-B284-E64C56CD8831}" destId="{EAB58CAE-F16E-4FD4-A22D-C0A28B041634}" srcOrd="0" destOrd="0" presId="urn:microsoft.com/office/officeart/2005/8/layout/arrow2"/>
    <dgm:cxn modelId="{871B66EA-0F57-4EF1-9BA6-DB7F698E1644}" srcId="{ADC82244-85B1-4C69-BCF2-1BBD87D2B17B}" destId="{EDEA1632-9C73-4619-BB29-734779DAC2D3}" srcOrd="0" destOrd="0" parTransId="{1FB2BEC6-5807-4673-B0A0-2E2E357AC922}" sibTransId="{5AFF6E66-529E-4116-8540-A5686A78295A}"/>
    <dgm:cxn modelId="{6E5450EC-C5D4-4609-AD4A-571FD8EB968C}" srcId="{64AC9532-ECE8-4364-87E8-8271600B14C3}" destId="{1EA01AD1-E448-4E2D-ADA6-53A58C0B38CE}" srcOrd="0" destOrd="0" parTransId="{D004C616-AE35-410F-9230-E4D9FF7605B3}" sibTransId="{2E0C2E45-2465-4C9B-A905-A397E5101E8B}"/>
    <dgm:cxn modelId="{0C80B8EE-9E2B-4913-B584-5CFE86E30C24}" srcId="{D13D57E4-5698-4510-B284-E64C56CD8831}" destId="{2E268C97-BECC-4B6C-BFD4-5B76579D6578}" srcOrd="3" destOrd="0" parTransId="{340E8F73-A9B6-43F7-A90B-E00004876BF4}" sibTransId="{E3BCD696-47B0-4D01-8E83-09E533982714}"/>
    <dgm:cxn modelId="{EAE182F6-C337-4144-BE46-CD75837FA4FF}" srcId="{D13D57E4-5698-4510-B284-E64C56CD8831}" destId="{A78F32E8-3519-46F9-88AB-799BA3CBED02}" srcOrd="1" destOrd="0" parTransId="{FBF473BA-893D-4CED-97CC-E01179F22F7C}" sibTransId="{783442AB-4702-4B58-B5CB-0EA562B45988}"/>
    <dgm:cxn modelId="{3ADF06F8-55BC-42C9-995A-3CC1106E76F0}" srcId="{2B5B277A-5114-4F5C-8BA9-50146BAA0406}" destId="{FDA06707-964D-4F46-82A2-7CECDF97DFFD}" srcOrd="2" destOrd="0" parTransId="{5B668636-D617-449B-9537-9FE41DD58FAA}" sibTransId="{3FA6A242-9B30-4E5B-A8CB-A5E8C8B1D22D}"/>
    <dgm:cxn modelId="{34507A3F-CD8A-4CA4-B6E3-E2A90AE36381}" type="presParOf" srcId="{2EBE3580-ADA9-4E8C-B2D4-803F5099181D}" destId="{0A0DC442-8FA8-43C1-81D4-746E6611382C}" srcOrd="0" destOrd="0" presId="urn:microsoft.com/office/officeart/2005/8/layout/arrow2"/>
    <dgm:cxn modelId="{54B990AD-9413-4AC6-B3EE-B2F9F7F41FF0}" type="presParOf" srcId="{2EBE3580-ADA9-4E8C-B2D4-803F5099181D}" destId="{A80D6553-DE0D-49D8-964E-CD9C8615925B}" srcOrd="1" destOrd="0" presId="urn:microsoft.com/office/officeart/2005/8/layout/arrow2"/>
    <dgm:cxn modelId="{EE515A1F-DEDD-476B-BFEE-B890F6C5ED83}" type="presParOf" srcId="{A80D6553-DE0D-49D8-964E-CD9C8615925B}" destId="{95138DB0-D67C-4023-80CE-16CB65D35AFC}" srcOrd="0" destOrd="0" presId="urn:microsoft.com/office/officeart/2005/8/layout/arrow2"/>
    <dgm:cxn modelId="{1F01107A-721B-49F4-9C17-93B759933947}" type="presParOf" srcId="{A80D6553-DE0D-49D8-964E-CD9C8615925B}" destId="{00360BD5-3E9A-4727-B999-F2F1F95368E2}" srcOrd="1" destOrd="0" presId="urn:microsoft.com/office/officeart/2005/8/layout/arrow2"/>
    <dgm:cxn modelId="{61B5684B-FF6C-468F-84F8-00ABC7C080C3}" type="presParOf" srcId="{A80D6553-DE0D-49D8-964E-CD9C8615925B}" destId="{103FE9E7-938F-4C91-8DF0-40749CDC25AD}" srcOrd="2" destOrd="0" presId="urn:microsoft.com/office/officeart/2005/8/layout/arrow2"/>
    <dgm:cxn modelId="{7B59EB93-9F8D-40F8-91B6-65465EA1DBE1}" type="presParOf" srcId="{A80D6553-DE0D-49D8-964E-CD9C8615925B}" destId="{8A7EE3DD-C1CB-4105-BE37-C41F1287079C}" srcOrd="3" destOrd="0" presId="urn:microsoft.com/office/officeart/2005/8/layout/arrow2"/>
    <dgm:cxn modelId="{3AB82E86-4ACD-4CF8-8D82-AF0D6D42621E}" type="presParOf" srcId="{A80D6553-DE0D-49D8-964E-CD9C8615925B}" destId="{8466DCC2-7B2C-4CDE-8043-43E6480C76F0}" srcOrd="4" destOrd="0" presId="urn:microsoft.com/office/officeart/2005/8/layout/arrow2"/>
    <dgm:cxn modelId="{3C6F2A57-8757-4A8F-87CA-B7358098D057}" type="presParOf" srcId="{A80D6553-DE0D-49D8-964E-CD9C8615925B}" destId="{6D432C6B-E212-4964-A36A-0E1AB8B1A039}" srcOrd="5" destOrd="0" presId="urn:microsoft.com/office/officeart/2005/8/layout/arrow2"/>
    <dgm:cxn modelId="{816543DE-114B-4E86-AEFA-4CC8124B6C6E}" type="presParOf" srcId="{A80D6553-DE0D-49D8-964E-CD9C8615925B}" destId="{3C393ECE-37C3-41BD-91A5-C7CC4EFF730A}" srcOrd="6" destOrd="0" presId="urn:microsoft.com/office/officeart/2005/8/layout/arrow2"/>
    <dgm:cxn modelId="{F92EE929-AD7A-4873-BA52-7222F6A4F577}" type="presParOf" srcId="{A80D6553-DE0D-49D8-964E-CD9C8615925B}" destId="{EAB58CAE-F16E-4FD4-A22D-C0A28B041634}" srcOrd="7" destOrd="0" presId="urn:microsoft.com/office/officeart/2005/8/layout/arrow2"/>
    <dgm:cxn modelId="{9D009678-F6C3-4757-818E-A3A224F1371C}" type="presParOf" srcId="{A80D6553-DE0D-49D8-964E-CD9C8615925B}" destId="{D2CFB6A4-B995-4E7F-BF14-94BCD09CEEBE}" srcOrd="8" destOrd="0" presId="urn:microsoft.com/office/officeart/2005/8/layout/arrow2"/>
    <dgm:cxn modelId="{6E153AF6-C204-4330-896B-D6097F64EC11}" type="presParOf" srcId="{A80D6553-DE0D-49D8-964E-CD9C8615925B}" destId="{06C988F4-6B20-4C25-96A1-F3D74561AB2C}" srcOrd="9" destOrd="0" presId="urn:microsoft.com/office/officeart/2005/8/layout/arrow2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0DC442-8FA8-43C1-81D4-746E6611382C}">
      <dsp:nvSpPr>
        <dsp:cNvPr id="0" name=""/>
        <dsp:cNvSpPr/>
      </dsp:nvSpPr>
      <dsp:spPr>
        <a:xfrm>
          <a:off x="128520" y="0"/>
          <a:ext cx="6962140" cy="4351338"/>
        </a:xfrm>
        <a:prstGeom prst="swooshArrow">
          <a:avLst>
            <a:gd name="adj1" fmla="val 25000"/>
            <a:gd name="adj2" fmla="val 25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138DB0-D67C-4023-80CE-16CB65D35AFC}">
      <dsp:nvSpPr>
        <dsp:cNvPr id="0" name=""/>
        <dsp:cNvSpPr/>
      </dsp:nvSpPr>
      <dsp:spPr>
        <a:xfrm>
          <a:off x="814290" y="3235654"/>
          <a:ext cx="160129" cy="16012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360BD5-3E9A-4727-B999-F2F1F95368E2}">
      <dsp:nvSpPr>
        <dsp:cNvPr id="0" name=""/>
        <dsp:cNvSpPr/>
      </dsp:nvSpPr>
      <dsp:spPr>
        <a:xfrm>
          <a:off x="894355" y="3315719"/>
          <a:ext cx="912040" cy="10356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49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Basic fiducial detection code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Basic detection of April-tags in cameras.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Standing SPOT once April-tag detected.</a:t>
          </a:r>
        </a:p>
      </dsp:txBody>
      <dsp:txXfrm>
        <a:off x="894355" y="3315719"/>
        <a:ext cx="912040" cy="1035618"/>
      </dsp:txXfrm>
    </dsp:sp>
    <dsp:sp modelId="{103FE9E7-938F-4C91-8DF0-40749CDC25AD}">
      <dsp:nvSpPr>
        <dsp:cNvPr id="0" name=""/>
        <dsp:cNvSpPr/>
      </dsp:nvSpPr>
      <dsp:spPr>
        <a:xfrm>
          <a:off x="1681077" y="2402808"/>
          <a:ext cx="250637" cy="250637"/>
        </a:xfrm>
        <a:prstGeom prst="ellipse">
          <a:avLst/>
        </a:prstGeom>
        <a:solidFill>
          <a:schemeClr val="accent4">
            <a:hueOff val="1649984"/>
            <a:satOff val="-7300"/>
            <a:lumOff val="-122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7EE3DD-C1CB-4105-BE37-C41F1287079C}">
      <dsp:nvSpPr>
        <dsp:cNvPr id="0" name=""/>
        <dsp:cNvSpPr/>
      </dsp:nvSpPr>
      <dsp:spPr>
        <a:xfrm>
          <a:off x="1806396" y="2528127"/>
          <a:ext cx="1155715" cy="1823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807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Displaying the cameras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Showing the live feed of all the cameras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Warning:  The code has crashed when the camera feed is given to the client.</a:t>
          </a:r>
        </a:p>
      </dsp:txBody>
      <dsp:txXfrm>
        <a:off x="1806396" y="2528127"/>
        <a:ext cx="1155715" cy="1823210"/>
      </dsp:txXfrm>
    </dsp:sp>
    <dsp:sp modelId="{8466DCC2-7B2C-4CDE-8043-43E6480C76F0}">
      <dsp:nvSpPr>
        <dsp:cNvPr id="0" name=""/>
        <dsp:cNvSpPr/>
      </dsp:nvSpPr>
      <dsp:spPr>
        <a:xfrm>
          <a:off x="2795020" y="1738794"/>
          <a:ext cx="334182" cy="334182"/>
        </a:xfrm>
        <a:prstGeom prst="ellipse">
          <a:avLst/>
        </a:prstGeom>
        <a:solidFill>
          <a:schemeClr val="accent4">
            <a:hueOff val="3299968"/>
            <a:satOff val="-14601"/>
            <a:lumOff val="-245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432C6B-E212-4964-A36A-0E1AB8B1A039}">
      <dsp:nvSpPr>
        <dsp:cNvPr id="0" name=""/>
        <dsp:cNvSpPr/>
      </dsp:nvSpPr>
      <dsp:spPr>
        <a:xfrm>
          <a:off x="2962111" y="1905886"/>
          <a:ext cx="1343693" cy="24454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077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Displaying visible April-tags seen to user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Detecting all the tags visible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Showing all the tags visible in the </a:t>
          </a:r>
          <a:r>
            <a:rPr lang="en-IN" sz="800" kern="1200" dirty="0" err="1"/>
            <a:t>cmd</a:t>
          </a:r>
          <a:r>
            <a:rPr lang="en-IN" sz="800" kern="1200" dirty="0"/>
            <a:t> window.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Moving robot such that the front-right camera is aligned to the fiducial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Changing the distance margin and the speed</a:t>
          </a:r>
        </a:p>
      </dsp:txBody>
      <dsp:txXfrm>
        <a:off x="2962111" y="1905886"/>
        <a:ext cx="1343693" cy="2445451"/>
      </dsp:txXfrm>
    </dsp:sp>
    <dsp:sp modelId="{3C393ECE-37C3-41BD-91A5-C7CC4EFF730A}">
      <dsp:nvSpPr>
        <dsp:cNvPr id="0" name=""/>
        <dsp:cNvSpPr/>
      </dsp:nvSpPr>
      <dsp:spPr>
        <a:xfrm>
          <a:off x="4089978" y="1220115"/>
          <a:ext cx="431652" cy="431652"/>
        </a:xfrm>
        <a:prstGeom prst="ellipse">
          <a:avLst/>
        </a:prstGeom>
        <a:solidFill>
          <a:schemeClr val="accent4">
            <a:hueOff val="4949952"/>
            <a:satOff val="-21901"/>
            <a:lumOff val="-36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B58CAE-F16E-4FD4-A22D-C0A28B041634}">
      <dsp:nvSpPr>
        <dsp:cNvPr id="0" name=""/>
        <dsp:cNvSpPr/>
      </dsp:nvSpPr>
      <dsp:spPr>
        <a:xfrm>
          <a:off x="4305804" y="1435941"/>
          <a:ext cx="1392428" cy="29153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724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Adding more user inputs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Finding another tag and following it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Quit option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Rotating 90 degrees and search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Staying at the same place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And printing more info in the </a:t>
          </a:r>
          <a:r>
            <a:rPr lang="en-IN" sz="800" kern="1200" dirty="0" err="1"/>
            <a:t>cmd</a:t>
          </a:r>
          <a:r>
            <a:rPr lang="en-IN" sz="800" kern="1200" dirty="0"/>
            <a:t> window</a:t>
          </a:r>
        </a:p>
      </dsp:txBody>
      <dsp:txXfrm>
        <a:off x="4305804" y="1435941"/>
        <a:ext cx="1392428" cy="2915396"/>
      </dsp:txXfrm>
    </dsp:sp>
    <dsp:sp modelId="{D2CFB6A4-B995-4E7F-BF14-94BCD09CEEBE}">
      <dsp:nvSpPr>
        <dsp:cNvPr id="0" name=""/>
        <dsp:cNvSpPr/>
      </dsp:nvSpPr>
      <dsp:spPr>
        <a:xfrm>
          <a:off x="5423228" y="873748"/>
          <a:ext cx="550009" cy="550009"/>
        </a:xfrm>
        <a:prstGeom prst="ellipse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988F4-6B20-4C25-96A1-F3D74561AB2C}">
      <dsp:nvSpPr>
        <dsp:cNvPr id="0" name=""/>
        <dsp:cNvSpPr/>
      </dsp:nvSpPr>
      <dsp:spPr>
        <a:xfrm>
          <a:off x="5698232" y="1148753"/>
          <a:ext cx="1392428" cy="3202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1438" tIns="0" rIns="0" bIns="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kern="1200" dirty="0"/>
            <a:t>Camera capture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800" kern="1200" dirty="0"/>
            <a:t>The images from all cameras are captured when client gives the command.</a:t>
          </a:r>
        </a:p>
      </dsp:txBody>
      <dsp:txXfrm>
        <a:off x="5698232" y="1148753"/>
        <a:ext cx="1392428" cy="32025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203B2-DAFC-40C1-A27A-67E9AB3C85AF}" type="datetimeFigureOut">
              <a:rPr lang="en-IN" smtClean="0"/>
              <a:t>14-07-25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EE337-7E0F-4DF3-B0FC-E697C9A8F3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831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2072-6555-DD15-DD43-8941CD13D5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EC093-18F7-34DD-0934-1CA05D0DD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5ED10-F223-7726-2C15-76C2CF065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1A2C-6F1D-7C4D-2F46-97A6C1483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4438F-4691-3E7D-7F20-253E385E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24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E61-CAB4-6BCE-6B2A-2791F163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A98E9-2D50-2A9B-4CE2-AFF80FA9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125BF-9817-BFAF-2B87-18D856AD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3B8C-A575-8E3D-DAD1-159972DE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0A95-49B4-898C-E4E7-AAEC9AA8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7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FC2-B5E9-80C7-AF80-BE73078A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C425E-4490-54DB-2FD2-EEF43802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DCC1B-7634-45A6-8C2D-6ECB58C6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F2F6F-3F10-DFCB-CD73-3D58A8EF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BB958-9D2D-62F2-9E2E-DEE8BC035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42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DE1-0C22-8361-3C1B-3D82B6D88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4E6F-EDFC-108B-CE62-FC3EE99E5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7EAF1-2227-D2BF-E48C-1FAE3265C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5A60-8449-8B46-ED11-8A6A6886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4A1F27-CA57-9D16-E8DE-774FC304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0AAEE-A569-2F62-2955-6B1C2BCB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84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923-C524-0962-EADB-169858ED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6695-CA5E-E05D-13EF-F53E1ED0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3B817-2194-D040-795E-D968387D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055EA3-F584-AFFF-5301-59BDEDB6A9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908F3-B32E-275C-6EE2-A0E6947DF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74B4C-499E-8A45-58FD-3FB14941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01471-35CA-AB37-D6BE-99C7EE16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23233-AFAB-1846-51D0-89B6309B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5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EAE4-A806-2378-7937-CC2C50C4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6FCD5-D686-D010-1DFA-A9FA6441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1BCB8-91E7-BCB8-8C9A-834F0D14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1205B-75E4-AAF9-0780-0F2F645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615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3B2F2-5489-0327-A5DD-B1566352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4F357-8672-549F-B045-0475DAFA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DA933-934F-9019-CBE8-7AA93CC1B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833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7B843-3FF8-6E61-F970-8EADDAB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6268-3D4D-9513-80C6-5DADF17E5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1CBD6-7EB3-C146-25C2-93AC8240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BA633-3D14-E6A4-E0DE-E966029F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4A97F-1B31-B51A-0B04-C86B64AA3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5C7462-AFCC-21C8-FF88-5E3F734F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34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11DB-650A-DFC1-8314-48486DF0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712BD-8D0A-6DAC-E167-760F41691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CD971-81CD-66F2-AA15-72384A87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BE817-9F28-3313-EC88-EDFC39CD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8D7B5-D58F-40E0-015A-2218E28B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A3BEA-AF88-4DB0-7E2D-308A975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15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B2B9-D4F7-E05A-2538-2514E66D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5053-526B-2453-4B4D-31A89310EE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D61-7A95-06DE-FEDA-08D8E662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2B3-B109-2E87-0370-0FF8B071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2EDBB-F41C-858C-1DE8-214B2B1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683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AAF7F-1521-C5D0-DC09-598C7E204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E469D-313D-0EDA-A68E-4BAA72CCA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C50D-31BF-2EC7-5B32-3D0CFB8C8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930A-9642-F16D-4D8E-A61FA6F7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2843-4F48-BAB3-5E5C-ECFEC750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14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4FDADA-2070-7993-7B46-CBAA5B5F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09A4C-9366-44F5-CAC5-B16EB217B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DBDD5-2629-A869-6CFC-EAE30DBE1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A8C1-C708-09D9-B07B-85490C617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8445-91FC-D90C-4BDF-F735969D0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286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hishekdilippatil/spot-sdk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8B8A-406C-7692-3937-2786B92BE7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Autofit/>
          </a:bodyPr>
          <a:lstStyle/>
          <a:p>
            <a:r>
              <a:rPr lang="en-IN" sz="4000">
                <a:latin typeface="Times New Roman" panose="02020603050405020304" pitchFamily="18" charset="0"/>
                <a:cs typeface="Times New Roman" panose="02020603050405020304" pitchFamily="18" charset="0"/>
              </a:rPr>
              <a:t>Working with SPOT</a:t>
            </a:r>
            <a:endParaRPr lang="de-D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57C41-6CF9-7331-7745-E54B30332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Niraj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Kishor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Ladhe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Dilip Patil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A58F-60C2-2B31-0465-A6BA2564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31D67-A6CD-37E2-F992-44ED5F5D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IDT projects | GDSPOT | </a:t>
            </a:r>
            <a:r>
              <a:rPr lang="en-IN" dirty="0" err="1"/>
              <a:t>SoSe</a:t>
            </a:r>
            <a:r>
              <a:rPr lang="en-IN" dirty="0"/>
              <a:t> 2025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CF151-7305-54A9-290E-D3D192A1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30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ctrTitle"/>
          </p:nvPr>
        </p:nvSpPr>
        <p:spPr>
          <a:xfrm>
            <a:off x="415600" y="992767"/>
            <a:ext cx="11360800" cy="116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/>
              <a:t>Goals</a:t>
            </a:r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415600" y="2347300"/>
            <a:ext cx="11360800" cy="13060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>
              <a:spcBef>
                <a:spcPts val="0"/>
              </a:spcBef>
            </a:pPr>
            <a:r>
              <a:rPr lang="en"/>
              <a:t>Detect AprilTags using onboard cameras and Follow the AprilTags on user command</a:t>
            </a:r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201" y="3856501"/>
            <a:ext cx="4974756" cy="279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3392" y="3429000"/>
            <a:ext cx="2798299" cy="27982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" name="Google Shape;67;p14"/>
          <p:cNvCxnSpPr/>
          <p:nvPr/>
        </p:nvCxnSpPr>
        <p:spPr>
          <a:xfrm>
            <a:off x="5372233" y="4308133"/>
            <a:ext cx="2419200" cy="11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68;p14"/>
          <p:cNvCxnSpPr/>
          <p:nvPr/>
        </p:nvCxnSpPr>
        <p:spPr>
          <a:xfrm flipH="1">
            <a:off x="5483300" y="5195900"/>
            <a:ext cx="2319200" cy="224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8CF2B36-F870-C737-B269-E108D0A71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1318793"/>
            <a:ext cx="3072603" cy="26193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E7717B-51EE-B6C9-7A94-0A65CB8F7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3938118"/>
            <a:ext cx="3072603" cy="2048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April-tag follow command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3</a:t>
            </a:fld>
            <a:endParaRPr lang="de-DE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659584E-CD44-1B0D-FDEC-4F63F47815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6630811"/>
              </p:ext>
            </p:extLst>
          </p:nvPr>
        </p:nvGraphicFramePr>
        <p:xfrm>
          <a:off x="838200" y="1825625"/>
          <a:ext cx="721918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D20DA4-85BC-2F7D-1825-EE9B136C41F2}"/>
              </a:ext>
            </a:extLst>
          </p:cNvPr>
          <p:cNvSpPr txBox="1"/>
          <p:nvPr/>
        </p:nvSpPr>
        <p:spPr>
          <a:xfrm>
            <a:off x="1531244" y="2210271"/>
            <a:ext cx="3668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Flowchart showing the development </a:t>
            </a:r>
            <a:br>
              <a:rPr lang="en-IN" dirty="0"/>
            </a:br>
            <a:r>
              <a:rPr lang="en-IN" dirty="0"/>
              <a:t>process in making a April-tag follow</a:t>
            </a:r>
          </a:p>
        </p:txBody>
      </p:sp>
    </p:spTree>
    <p:extLst>
      <p:ext uri="{BB962C8B-B14F-4D97-AF65-F5344CB8AC3E}">
        <p14:creationId xmlns:p14="http://schemas.microsoft.com/office/powerpoint/2010/main" val="3273763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3CA3D-C0CD-E400-FA01-66CB55FF9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24AF8E-1FF2-92E1-1E89-51B498CAD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773DE-20F9-11CA-92F6-8F04490DD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4</a:t>
            </a:fld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5A1D36-1F38-8E15-FCA9-7B1D7AE65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89" y="2623930"/>
            <a:ext cx="2622642" cy="19669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84A8E8-97B1-269E-280A-22B1FFC4C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832" y="2601843"/>
            <a:ext cx="2622642" cy="19669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F3127C-577E-F1EB-FCB8-C9BE42EEC2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687" y="4179680"/>
            <a:ext cx="2902227" cy="21766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1FC6B5-7D58-FB0E-CB3D-F93CA84FE7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259714"/>
            <a:ext cx="1773162" cy="236421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CE068F-147B-495B-36E0-D5CDCFC3E8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1762" y="259714"/>
            <a:ext cx="1773162" cy="236421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BDB83D4-5222-CFFD-29FE-F43E93F15C58}"/>
              </a:ext>
            </a:extLst>
          </p:cNvPr>
          <p:cNvSpPr txBox="1"/>
          <p:nvPr/>
        </p:nvSpPr>
        <p:spPr>
          <a:xfrm>
            <a:off x="2878202" y="1371879"/>
            <a:ext cx="1052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Front left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B708D6-3835-FC69-FBC1-DBD834064EBC}"/>
              </a:ext>
            </a:extLst>
          </p:cNvPr>
          <p:cNvSpPr txBox="1"/>
          <p:nvPr/>
        </p:nvSpPr>
        <p:spPr>
          <a:xfrm>
            <a:off x="7639778" y="1246113"/>
            <a:ext cx="117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Front right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94915-D9D0-6828-9AD4-4F0DF2B6945A}"/>
              </a:ext>
            </a:extLst>
          </p:cNvPr>
          <p:cNvSpPr txBox="1"/>
          <p:nvPr/>
        </p:nvSpPr>
        <p:spPr>
          <a:xfrm>
            <a:off x="10108392" y="3397070"/>
            <a:ext cx="668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Right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54A696-12B0-7F53-23D9-5506CD34362E}"/>
              </a:ext>
            </a:extLst>
          </p:cNvPr>
          <p:cNvSpPr txBox="1"/>
          <p:nvPr/>
        </p:nvSpPr>
        <p:spPr>
          <a:xfrm>
            <a:off x="570070" y="3422755"/>
            <a:ext cx="543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Left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E66A6-FD1D-F3EF-525A-7E14D6E00714}"/>
              </a:ext>
            </a:extLst>
          </p:cNvPr>
          <p:cNvSpPr txBox="1"/>
          <p:nvPr/>
        </p:nvSpPr>
        <p:spPr>
          <a:xfrm>
            <a:off x="5500619" y="3810348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948677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Step!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5</a:t>
            </a:fld>
            <a:endParaRPr lang="de-DE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E5FA65A-6FD7-A95D-F217-584EFB984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Combining some features of WASD or </a:t>
            </a:r>
            <a:r>
              <a:rPr lang="en-IN"/>
              <a:t>Xbox controller code </a:t>
            </a:r>
            <a:r>
              <a:rPr lang="en-IN" dirty="0"/>
              <a:t>with the </a:t>
            </a:r>
            <a:r>
              <a:rPr lang="en-IN"/>
              <a:t>fiducial follow.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191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6FCE-F9C7-6EBA-A389-8EFFE978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dirty="0"/>
              <a:t> link: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89575-3086-3FC5-A09E-F496391BB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https://github.com/abhishekdilippatil/spot-sdk.git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8AE87-AB29-4511-9939-306A4766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2723D-598D-397A-21C9-E4062196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B2434-079F-4CFE-EFF5-2FDBC0D37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047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249</Words>
  <Application>Microsoft Office PowerPoint</Application>
  <PresentationFormat>Widescreen</PresentationFormat>
  <Paragraphs>50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Working with SPOT</vt:lpstr>
      <vt:lpstr>Goals</vt:lpstr>
      <vt:lpstr>April-tag follow command</vt:lpstr>
      <vt:lpstr>PowerPoint Presentation</vt:lpstr>
      <vt:lpstr>Next Step!</vt:lpstr>
      <vt:lpstr>Git repository link: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Dilip Patil</dc:creator>
  <cp:lastModifiedBy>Abhishek Dilip Patil</cp:lastModifiedBy>
  <cp:revision>43</cp:revision>
  <dcterms:created xsi:type="dcterms:W3CDTF">2025-05-25T11:18:27Z</dcterms:created>
  <dcterms:modified xsi:type="dcterms:W3CDTF">2025-07-14T11:37:48Z</dcterms:modified>
</cp:coreProperties>
</file>