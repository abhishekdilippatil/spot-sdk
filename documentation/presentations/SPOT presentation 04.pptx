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33" d="100"/>
          <a:sy n="133" d="100"/>
        </p:scale>
        <p:origin x="30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3670DD-FBDF-4E40-A161-16E795E18CEA}" type="doc">
      <dgm:prSet loTypeId="urn:microsoft.com/office/officeart/2005/8/layout/arrow2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64AC9532-ECE8-4364-87E8-8271600B14C3}">
      <dgm:prSet phldrT="[Text]"/>
      <dgm:spPr/>
      <dgm:t>
        <a:bodyPr/>
        <a:lstStyle/>
        <a:p>
          <a:r>
            <a:rPr lang="en-IN" dirty="0"/>
            <a:t>Basic fiducial detection code</a:t>
          </a:r>
        </a:p>
      </dgm:t>
    </dgm:pt>
    <dgm:pt modelId="{B5E3F941-1EE2-4DE5-A4D3-D1DB775E2078}" type="parTrans" cxnId="{DCC4E53D-E5D8-4C40-A1D4-9D0B1BE18D6F}">
      <dgm:prSet/>
      <dgm:spPr/>
      <dgm:t>
        <a:bodyPr/>
        <a:lstStyle/>
        <a:p>
          <a:endParaRPr lang="en-IN"/>
        </a:p>
      </dgm:t>
    </dgm:pt>
    <dgm:pt modelId="{4D1160E2-0A8E-4EB0-9947-2B819ED554F3}" type="sibTrans" cxnId="{DCC4E53D-E5D8-4C40-A1D4-9D0B1BE18D6F}">
      <dgm:prSet/>
      <dgm:spPr/>
      <dgm:t>
        <a:bodyPr/>
        <a:lstStyle/>
        <a:p>
          <a:endParaRPr lang="en-IN"/>
        </a:p>
      </dgm:t>
    </dgm:pt>
    <dgm:pt modelId="{1EA01AD1-E448-4E2D-ADA6-53A58C0B38CE}">
      <dgm:prSet phldrT="[Text]"/>
      <dgm:spPr/>
      <dgm:t>
        <a:bodyPr/>
        <a:lstStyle/>
        <a:p>
          <a:r>
            <a:rPr lang="en-IN" dirty="0"/>
            <a:t>Basic detection of April-tags in cameras.</a:t>
          </a:r>
        </a:p>
      </dgm:t>
    </dgm:pt>
    <dgm:pt modelId="{D004C616-AE35-410F-9230-E4D9FF7605B3}" type="parTrans" cxnId="{6E5450EC-C5D4-4609-AD4A-571FD8EB968C}">
      <dgm:prSet/>
      <dgm:spPr/>
      <dgm:t>
        <a:bodyPr/>
        <a:lstStyle/>
        <a:p>
          <a:endParaRPr lang="en-IN"/>
        </a:p>
      </dgm:t>
    </dgm:pt>
    <dgm:pt modelId="{2E0C2E45-2465-4C9B-A905-A397E5101E8B}" type="sibTrans" cxnId="{6E5450EC-C5D4-4609-AD4A-571FD8EB968C}">
      <dgm:prSet/>
      <dgm:spPr/>
      <dgm:t>
        <a:bodyPr/>
        <a:lstStyle/>
        <a:p>
          <a:endParaRPr lang="en-IN"/>
        </a:p>
      </dgm:t>
    </dgm:pt>
    <dgm:pt modelId="{2B5B277A-5114-4F5C-8BA9-50146BAA0406}">
      <dgm:prSet phldrT="[Text]"/>
      <dgm:spPr/>
      <dgm:t>
        <a:bodyPr/>
        <a:lstStyle/>
        <a:p>
          <a:r>
            <a:rPr lang="en-IN" dirty="0"/>
            <a:t>Displaying visible April-tags seen to user</a:t>
          </a:r>
        </a:p>
      </dgm:t>
    </dgm:pt>
    <dgm:pt modelId="{49FC44A4-010A-4854-909C-8BF2E95476B5}" type="parTrans" cxnId="{F74FECA1-38A5-4DA7-918C-0CBF78E50A19}">
      <dgm:prSet/>
      <dgm:spPr/>
      <dgm:t>
        <a:bodyPr/>
        <a:lstStyle/>
        <a:p>
          <a:endParaRPr lang="en-IN"/>
        </a:p>
      </dgm:t>
    </dgm:pt>
    <dgm:pt modelId="{BB50E682-1644-41B0-8CBB-8D853A2687BC}" type="sibTrans" cxnId="{F74FECA1-38A5-4DA7-918C-0CBF78E50A19}">
      <dgm:prSet/>
      <dgm:spPr/>
      <dgm:t>
        <a:bodyPr/>
        <a:lstStyle/>
        <a:p>
          <a:endParaRPr lang="en-IN"/>
        </a:p>
      </dgm:t>
    </dgm:pt>
    <dgm:pt modelId="{D13D57E4-5698-4510-B284-E64C56CD8831}">
      <dgm:prSet phldrT="[Text]"/>
      <dgm:spPr/>
      <dgm:t>
        <a:bodyPr/>
        <a:lstStyle/>
        <a:p>
          <a:r>
            <a:rPr lang="en-IN" dirty="0"/>
            <a:t>Adding more user inputs</a:t>
          </a:r>
        </a:p>
      </dgm:t>
    </dgm:pt>
    <dgm:pt modelId="{B376A468-E8A1-43F6-A133-1339C123BE61}" type="parTrans" cxnId="{27743BB9-6B8B-4586-8CDE-297F7A33D7D1}">
      <dgm:prSet/>
      <dgm:spPr/>
      <dgm:t>
        <a:bodyPr/>
        <a:lstStyle/>
        <a:p>
          <a:endParaRPr lang="en-IN"/>
        </a:p>
      </dgm:t>
    </dgm:pt>
    <dgm:pt modelId="{A24BA9BB-D86D-4300-B42E-915D839FC005}" type="sibTrans" cxnId="{27743BB9-6B8B-4586-8CDE-297F7A33D7D1}">
      <dgm:prSet/>
      <dgm:spPr/>
      <dgm:t>
        <a:bodyPr/>
        <a:lstStyle/>
        <a:p>
          <a:endParaRPr lang="en-IN"/>
        </a:p>
      </dgm:t>
    </dgm:pt>
    <dgm:pt modelId="{61403A83-9BE3-40A2-B42C-973475F99AA1}">
      <dgm:prSet phldrT="[Text]"/>
      <dgm:spPr/>
      <dgm:t>
        <a:bodyPr/>
        <a:lstStyle/>
        <a:p>
          <a:r>
            <a:rPr lang="en-IN" dirty="0"/>
            <a:t>Finding another tag and following it</a:t>
          </a:r>
        </a:p>
      </dgm:t>
    </dgm:pt>
    <dgm:pt modelId="{1A057D17-C85A-4AC7-AB55-5611CA01D8E6}" type="parTrans" cxnId="{654415E3-4FC5-4B25-B51F-D37192D90895}">
      <dgm:prSet/>
      <dgm:spPr/>
      <dgm:t>
        <a:bodyPr/>
        <a:lstStyle/>
        <a:p>
          <a:endParaRPr lang="en-IN"/>
        </a:p>
      </dgm:t>
    </dgm:pt>
    <dgm:pt modelId="{68CB091C-E4BF-46CE-A66B-B56DE315922B}" type="sibTrans" cxnId="{654415E3-4FC5-4B25-B51F-D37192D90895}">
      <dgm:prSet/>
      <dgm:spPr/>
      <dgm:t>
        <a:bodyPr/>
        <a:lstStyle/>
        <a:p>
          <a:endParaRPr lang="en-IN"/>
        </a:p>
      </dgm:t>
    </dgm:pt>
    <dgm:pt modelId="{1C94207C-2542-45A0-A36B-73D12272BD94}">
      <dgm:prSet phldrT="[Text]"/>
      <dgm:spPr/>
      <dgm:t>
        <a:bodyPr/>
        <a:lstStyle/>
        <a:p>
          <a:r>
            <a:rPr lang="en-IN" dirty="0"/>
            <a:t>Standing SPOT once April-tag detected.</a:t>
          </a:r>
        </a:p>
      </dgm:t>
    </dgm:pt>
    <dgm:pt modelId="{1087C0A7-A635-4E79-8EDB-F256F78FD7BC}" type="parTrans" cxnId="{E38D803F-4330-4A92-99A7-BA0FCD52DEB5}">
      <dgm:prSet/>
      <dgm:spPr/>
      <dgm:t>
        <a:bodyPr/>
        <a:lstStyle/>
        <a:p>
          <a:endParaRPr lang="en-IN"/>
        </a:p>
      </dgm:t>
    </dgm:pt>
    <dgm:pt modelId="{9D0910FE-31ED-4F9C-BEC7-BF616BD362DF}" type="sibTrans" cxnId="{E38D803F-4330-4A92-99A7-BA0FCD52DEB5}">
      <dgm:prSet/>
      <dgm:spPr/>
      <dgm:t>
        <a:bodyPr/>
        <a:lstStyle/>
        <a:p>
          <a:endParaRPr lang="en-IN"/>
        </a:p>
      </dgm:t>
    </dgm:pt>
    <dgm:pt modelId="{FB1CC76B-679D-400C-AFD5-4298C6D174A5}">
      <dgm:prSet phldrT="[Text]"/>
      <dgm:spPr/>
      <dgm:t>
        <a:bodyPr/>
        <a:lstStyle/>
        <a:p>
          <a:r>
            <a:rPr lang="en-IN" dirty="0"/>
            <a:t>Detecting all the tags visible</a:t>
          </a:r>
        </a:p>
      </dgm:t>
    </dgm:pt>
    <dgm:pt modelId="{1B69B3D2-AD7D-4247-A47A-19BFEF3822C4}" type="parTrans" cxnId="{EE71B5A0-D8A2-4785-AD46-A13DCBE97129}">
      <dgm:prSet/>
      <dgm:spPr/>
      <dgm:t>
        <a:bodyPr/>
        <a:lstStyle/>
        <a:p>
          <a:endParaRPr lang="en-IN"/>
        </a:p>
      </dgm:t>
    </dgm:pt>
    <dgm:pt modelId="{AA36E6A7-47A2-4447-AFDF-6D8396FF3F68}" type="sibTrans" cxnId="{EE71B5A0-D8A2-4785-AD46-A13DCBE97129}">
      <dgm:prSet/>
      <dgm:spPr/>
      <dgm:t>
        <a:bodyPr/>
        <a:lstStyle/>
        <a:p>
          <a:endParaRPr lang="en-IN"/>
        </a:p>
      </dgm:t>
    </dgm:pt>
    <dgm:pt modelId="{088147EB-117D-4D7B-A18D-C1F25F44CBD7}">
      <dgm:prSet phldrT="[Text]"/>
      <dgm:spPr/>
      <dgm:t>
        <a:bodyPr/>
        <a:lstStyle/>
        <a:p>
          <a:r>
            <a:rPr lang="en-IN" dirty="0"/>
            <a:t>Showing all the tags visible in the </a:t>
          </a:r>
          <a:r>
            <a:rPr lang="en-IN" dirty="0" err="1"/>
            <a:t>cmd</a:t>
          </a:r>
          <a:r>
            <a:rPr lang="en-IN" dirty="0"/>
            <a:t> window.</a:t>
          </a:r>
        </a:p>
      </dgm:t>
    </dgm:pt>
    <dgm:pt modelId="{BAEB63A0-9C8D-4656-8692-DAAF630C2EBD}" type="parTrans" cxnId="{0F8387B2-CAC0-40DD-874D-DA00C360DDAA}">
      <dgm:prSet/>
      <dgm:spPr/>
      <dgm:t>
        <a:bodyPr/>
        <a:lstStyle/>
        <a:p>
          <a:endParaRPr lang="en-IN"/>
        </a:p>
      </dgm:t>
    </dgm:pt>
    <dgm:pt modelId="{CB0C3182-0DF2-4898-B0D1-1383FA21B6AF}" type="sibTrans" cxnId="{0F8387B2-CAC0-40DD-874D-DA00C360DDAA}">
      <dgm:prSet/>
      <dgm:spPr/>
      <dgm:t>
        <a:bodyPr/>
        <a:lstStyle/>
        <a:p>
          <a:endParaRPr lang="en-IN"/>
        </a:p>
      </dgm:t>
    </dgm:pt>
    <dgm:pt modelId="{ADC82244-85B1-4C69-BCF2-1BBD87D2B17B}">
      <dgm:prSet phldrT="[Text]"/>
      <dgm:spPr/>
      <dgm:t>
        <a:bodyPr/>
        <a:lstStyle/>
        <a:p>
          <a:r>
            <a:rPr lang="en-IN" dirty="0"/>
            <a:t>Displaying the cameras</a:t>
          </a:r>
        </a:p>
      </dgm:t>
    </dgm:pt>
    <dgm:pt modelId="{A93B40C5-5398-46AE-974C-106DD74E0790}" type="parTrans" cxnId="{3DFBC5A9-E452-4325-AB6E-B26C1533BCC8}">
      <dgm:prSet/>
      <dgm:spPr/>
      <dgm:t>
        <a:bodyPr/>
        <a:lstStyle/>
        <a:p>
          <a:endParaRPr lang="en-IN"/>
        </a:p>
      </dgm:t>
    </dgm:pt>
    <dgm:pt modelId="{52FEBF9C-DC20-470B-9450-EAE4018BF773}" type="sibTrans" cxnId="{3DFBC5A9-E452-4325-AB6E-B26C1533BCC8}">
      <dgm:prSet/>
      <dgm:spPr/>
      <dgm:t>
        <a:bodyPr/>
        <a:lstStyle/>
        <a:p>
          <a:endParaRPr lang="en-IN"/>
        </a:p>
      </dgm:t>
    </dgm:pt>
    <dgm:pt modelId="{EDEA1632-9C73-4619-BB29-734779DAC2D3}">
      <dgm:prSet phldrT="[Text]"/>
      <dgm:spPr/>
      <dgm:t>
        <a:bodyPr/>
        <a:lstStyle/>
        <a:p>
          <a:r>
            <a:rPr lang="en-IN" dirty="0"/>
            <a:t>Showing the live feed of all the cameras</a:t>
          </a:r>
        </a:p>
      </dgm:t>
    </dgm:pt>
    <dgm:pt modelId="{1FB2BEC6-5807-4673-B0A0-2E2E357AC922}" type="parTrans" cxnId="{871B66EA-0F57-4EF1-9BA6-DB7F698E1644}">
      <dgm:prSet/>
      <dgm:spPr/>
      <dgm:t>
        <a:bodyPr/>
        <a:lstStyle/>
        <a:p>
          <a:endParaRPr lang="en-IN"/>
        </a:p>
      </dgm:t>
    </dgm:pt>
    <dgm:pt modelId="{5AFF6E66-529E-4116-8540-A5686A78295A}" type="sibTrans" cxnId="{871B66EA-0F57-4EF1-9BA6-DB7F698E1644}">
      <dgm:prSet/>
      <dgm:spPr/>
      <dgm:t>
        <a:bodyPr/>
        <a:lstStyle/>
        <a:p>
          <a:endParaRPr lang="en-IN"/>
        </a:p>
      </dgm:t>
    </dgm:pt>
    <dgm:pt modelId="{C73375F5-A73C-4605-89C6-41B0696826F7}">
      <dgm:prSet phldrT="[Text]"/>
      <dgm:spPr/>
      <dgm:t>
        <a:bodyPr/>
        <a:lstStyle/>
        <a:p>
          <a:r>
            <a:rPr lang="en-IN" dirty="0"/>
            <a:t>Warning:  The code has crashed when the camera feed is given to the client.</a:t>
          </a:r>
        </a:p>
      </dgm:t>
    </dgm:pt>
    <dgm:pt modelId="{B54E3087-E1B5-4FF6-BC86-41B652FFE700}" type="parTrans" cxnId="{690F8C42-B2A3-47CD-B26C-F9141D150351}">
      <dgm:prSet/>
      <dgm:spPr/>
      <dgm:t>
        <a:bodyPr/>
        <a:lstStyle/>
        <a:p>
          <a:endParaRPr lang="en-IN"/>
        </a:p>
      </dgm:t>
    </dgm:pt>
    <dgm:pt modelId="{6501A295-B085-45D0-8FF8-E8B3F329D428}" type="sibTrans" cxnId="{690F8C42-B2A3-47CD-B26C-F9141D150351}">
      <dgm:prSet/>
      <dgm:spPr/>
      <dgm:t>
        <a:bodyPr/>
        <a:lstStyle/>
        <a:p>
          <a:endParaRPr lang="en-IN"/>
        </a:p>
      </dgm:t>
    </dgm:pt>
    <dgm:pt modelId="{FDA06707-964D-4F46-82A2-7CECDF97DFFD}">
      <dgm:prSet phldrT="[Text]"/>
      <dgm:spPr/>
      <dgm:t>
        <a:bodyPr/>
        <a:lstStyle/>
        <a:p>
          <a:r>
            <a:rPr lang="en-IN" dirty="0"/>
            <a:t>Moving robot such that the front-right camera is aligned to the fiducial</a:t>
          </a:r>
        </a:p>
      </dgm:t>
    </dgm:pt>
    <dgm:pt modelId="{5B668636-D617-449B-9537-9FE41DD58FAA}" type="parTrans" cxnId="{3ADF06F8-55BC-42C9-995A-3CC1106E76F0}">
      <dgm:prSet/>
      <dgm:spPr/>
      <dgm:t>
        <a:bodyPr/>
        <a:lstStyle/>
        <a:p>
          <a:endParaRPr lang="en-IN"/>
        </a:p>
      </dgm:t>
    </dgm:pt>
    <dgm:pt modelId="{3FA6A242-9B30-4E5B-A8CB-A5E8C8B1D22D}" type="sibTrans" cxnId="{3ADF06F8-55BC-42C9-995A-3CC1106E76F0}">
      <dgm:prSet/>
      <dgm:spPr/>
      <dgm:t>
        <a:bodyPr/>
        <a:lstStyle/>
        <a:p>
          <a:endParaRPr lang="en-IN"/>
        </a:p>
      </dgm:t>
    </dgm:pt>
    <dgm:pt modelId="{A78F32E8-3519-46F9-88AB-799BA3CBED02}">
      <dgm:prSet phldrT="[Text]"/>
      <dgm:spPr/>
      <dgm:t>
        <a:bodyPr/>
        <a:lstStyle/>
        <a:p>
          <a:r>
            <a:rPr lang="en-IN" dirty="0"/>
            <a:t>Quit option</a:t>
          </a:r>
        </a:p>
      </dgm:t>
    </dgm:pt>
    <dgm:pt modelId="{FBF473BA-893D-4CED-97CC-E01179F22F7C}" type="parTrans" cxnId="{EAE182F6-C337-4144-BE46-CD75837FA4FF}">
      <dgm:prSet/>
      <dgm:spPr/>
      <dgm:t>
        <a:bodyPr/>
        <a:lstStyle/>
        <a:p>
          <a:endParaRPr lang="en-IN"/>
        </a:p>
      </dgm:t>
    </dgm:pt>
    <dgm:pt modelId="{783442AB-4702-4B58-B5CB-0EA562B45988}" type="sibTrans" cxnId="{EAE182F6-C337-4144-BE46-CD75837FA4FF}">
      <dgm:prSet/>
      <dgm:spPr/>
      <dgm:t>
        <a:bodyPr/>
        <a:lstStyle/>
        <a:p>
          <a:endParaRPr lang="en-IN"/>
        </a:p>
      </dgm:t>
    </dgm:pt>
    <dgm:pt modelId="{1A66C9AC-2ACA-45FE-89FC-1B02925D93C1}">
      <dgm:prSet phldrT="[Text]"/>
      <dgm:spPr/>
      <dgm:t>
        <a:bodyPr/>
        <a:lstStyle/>
        <a:p>
          <a:r>
            <a:rPr lang="en-IN" dirty="0"/>
            <a:t>Rotating 90 degrees and search</a:t>
          </a:r>
        </a:p>
      </dgm:t>
    </dgm:pt>
    <dgm:pt modelId="{8AD03E63-577C-4804-BA6F-6A348107CB26}" type="parTrans" cxnId="{2E5F303B-54E6-4679-B933-BEE81FCD8623}">
      <dgm:prSet/>
      <dgm:spPr/>
      <dgm:t>
        <a:bodyPr/>
        <a:lstStyle/>
        <a:p>
          <a:endParaRPr lang="en-IN"/>
        </a:p>
      </dgm:t>
    </dgm:pt>
    <dgm:pt modelId="{FDA295F0-B18F-4EC3-A57C-702400C3BB23}" type="sibTrans" cxnId="{2E5F303B-54E6-4679-B933-BEE81FCD8623}">
      <dgm:prSet/>
      <dgm:spPr/>
      <dgm:t>
        <a:bodyPr/>
        <a:lstStyle/>
        <a:p>
          <a:endParaRPr lang="en-IN"/>
        </a:p>
      </dgm:t>
    </dgm:pt>
    <dgm:pt modelId="{2E268C97-BECC-4B6C-BFD4-5B76579D6578}">
      <dgm:prSet phldrT="[Text]"/>
      <dgm:spPr/>
      <dgm:t>
        <a:bodyPr/>
        <a:lstStyle/>
        <a:p>
          <a:r>
            <a:rPr lang="en-IN" dirty="0"/>
            <a:t>Staying at the same place</a:t>
          </a:r>
        </a:p>
      </dgm:t>
    </dgm:pt>
    <dgm:pt modelId="{340E8F73-A9B6-43F7-A90B-E00004876BF4}" type="parTrans" cxnId="{0C80B8EE-9E2B-4913-B584-5CFE86E30C24}">
      <dgm:prSet/>
      <dgm:spPr/>
      <dgm:t>
        <a:bodyPr/>
        <a:lstStyle/>
        <a:p>
          <a:endParaRPr lang="en-IN"/>
        </a:p>
      </dgm:t>
    </dgm:pt>
    <dgm:pt modelId="{E3BCD696-47B0-4D01-8E83-09E533982714}" type="sibTrans" cxnId="{0C80B8EE-9E2B-4913-B584-5CFE86E30C24}">
      <dgm:prSet/>
      <dgm:spPr/>
      <dgm:t>
        <a:bodyPr/>
        <a:lstStyle/>
        <a:p>
          <a:endParaRPr lang="en-IN"/>
        </a:p>
      </dgm:t>
    </dgm:pt>
    <dgm:pt modelId="{4BF03AEC-16C8-49AE-AAF8-13EDD819CCA3}">
      <dgm:prSet phldrT="[Text]"/>
      <dgm:spPr/>
      <dgm:t>
        <a:bodyPr/>
        <a:lstStyle/>
        <a:p>
          <a:r>
            <a:rPr lang="en-IN" dirty="0"/>
            <a:t>And printing more info in the </a:t>
          </a:r>
          <a:r>
            <a:rPr lang="en-IN" dirty="0" err="1"/>
            <a:t>cmd</a:t>
          </a:r>
          <a:r>
            <a:rPr lang="en-IN" dirty="0"/>
            <a:t> window</a:t>
          </a:r>
        </a:p>
      </dgm:t>
    </dgm:pt>
    <dgm:pt modelId="{E6CD20B0-9FBD-441A-9347-824BB43460D4}" type="parTrans" cxnId="{F337AFBB-D1E0-4E7D-9D9A-51738EDAF77F}">
      <dgm:prSet/>
      <dgm:spPr/>
      <dgm:t>
        <a:bodyPr/>
        <a:lstStyle/>
        <a:p>
          <a:endParaRPr lang="en-IN"/>
        </a:p>
      </dgm:t>
    </dgm:pt>
    <dgm:pt modelId="{29AA24CD-B0B9-4D5F-BCC6-70B98C0A235B}" type="sibTrans" cxnId="{F337AFBB-D1E0-4E7D-9D9A-51738EDAF77F}">
      <dgm:prSet/>
      <dgm:spPr/>
      <dgm:t>
        <a:bodyPr/>
        <a:lstStyle/>
        <a:p>
          <a:endParaRPr lang="en-IN"/>
        </a:p>
      </dgm:t>
    </dgm:pt>
    <dgm:pt modelId="{01A42577-FBE6-462E-BB58-C0AE59B16907}">
      <dgm:prSet phldrT="[Text]"/>
      <dgm:spPr/>
      <dgm:t>
        <a:bodyPr/>
        <a:lstStyle/>
        <a:p>
          <a:r>
            <a:rPr lang="en-IN" dirty="0"/>
            <a:t>Changing the buffer distance and the speed</a:t>
          </a:r>
        </a:p>
      </dgm:t>
    </dgm:pt>
    <dgm:pt modelId="{79C423E0-1DF9-4BDC-ABBF-F65EDEEBF4B5}" type="parTrans" cxnId="{5E885948-A5F8-4376-9CEC-668168FFDA75}">
      <dgm:prSet/>
      <dgm:spPr/>
      <dgm:t>
        <a:bodyPr/>
        <a:lstStyle/>
        <a:p>
          <a:endParaRPr lang="en-IN"/>
        </a:p>
      </dgm:t>
    </dgm:pt>
    <dgm:pt modelId="{EF526793-4FE0-4F2B-A77A-4730326789D9}" type="sibTrans" cxnId="{5E885948-A5F8-4376-9CEC-668168FFDA75}">
      <dgm:prSet/>
      <dgm:spPr/>
      <dgm:t>
        <a:bodyPr/>
        <a:lstStyle/>
        <a:p>
          <a:endParaRPr lang="en-IN"/>
        </a:p>
      </dgm:t>
    </dgm:pt>
    <dgm:pt modelId="{2EBE3580-ADA9-4E8C-B2D4-803F5099181D}" type="pres">
      <dgm:prSet presAssocID="{9A3670DD-FBDF-4E40-A161-16E795E18CEA}" presName="arrowDiagram" presStyleCnt="0">
        <dgm:presLayoutVars>
          <dgm:chMax val="5"/>
          <dgm:dir/>
          <dgm:resizeHandles val="exact"/>
        </dgm:presLayoutVars>
      </dgm:prSet>
      <dgm:spPr/>
    </dgm:pt>
    <dgm:pt modelId="{0A0DC442-8FA8-43C1-81D4-746E6611382C}" type="pres">
      <dgm:prSet presAssocID="{9A3670DD-FBDF-4E40-A161-16E795E18CEA}" presName="arrow" presStyleLbl="bgShp" presStyleIdx="0" presStyleCnt="1"/>
      <dgm:spPr/>
    </dgm:pt>
    <dgm:pt modelId="{8B1B4F1D-2D47-424E-A584-851759644F8E}" type="pres">
      <dgm:prSet presAssocID="{9A3670DD-FBDF-4E40-A161-16E795E18CEA}" presName="arrowDiagram4" presStyleCnt="0"/>
      <dgm:spPr/>
    </dgm:pt>
    <dgm:pt modelId="{FA3660C6-BA28-495D-B404-F49E2326BCDB}" type="pres">
      <dgm:prSet presAssocID="{64AC9532-ECE8-4364-87E8-8271600B14C3}" presName="bullet4a" presStyleLbl="node1" presStyleIdx="0" presStyleCnt="4"/>
      <dgm:spPr/>
    </dgm:pt>
    <dgm:pt modelId="{6FC9AD64-090B-4F83-81B7-3E76765E1E8F}" type="pres">
      <dgm:prSet presAssocID="{64AC9532-ECE8-4364-87E8-8271600B14C3}" presName="textBox4a" presStyleLbl="revTx" presStyleIdx="0" presStyleCnt="4">
        <dgm:presLayoutVars>
          <dgm:bulletEnabled val="1"/>
        </dgm:presLayoutVars>
      </dgm:prSet>
      <dgm:spPr/>
    </dgm:pt>
    <dgm:pt modelId="{6E9332C1-6011-44BB-8DB2-ECD30D9D74CF}" type="pres">
      <dgm:prSet presAssocID="{ADC82244-85B1-4C69-BCF2-1BBD87D2B17B}" presName="bullet4b" presStyleLbl="node1" presStyleIdx="1" presStyleCnt="4"/>
      <dgm:spPr/>
    </dgm:pt>
    <dgm:pt modelId="{6686508F-0ACF-4DD3-AF7B-159149581D5A}" type="pres">
      <dgm:prSet presAssocID="{ADC82244-85B1-4C69-BCF2-1BBD87D2B17B}" presName="textBox4b" presStyleLbl="revTx" presStyleIdx="1" presStyleCnt="4">
        <dgm:presLayoutVars>
          <dgm:bulletEnabled val="1"/>
        </dgm:presLayoutVars>
      </dgm:prSet>
      <dgm:spPr/>
    </dgm:pt>
    <dgm:pt modelId="{6CF6C1E1-9BA3-43E5-A577-ECC1534D5C24}" type="pres">
      <dgm:prSet presAssocID="{2B5B277A-5114-4F5C-8BA9-50146BAA0406}" presName="bullet4c" presStyleLbl="node1" presStyleIdx="2" presStyleCnt="4"/>
      <dgm:spPr/>
    </dgm:pt>
    <dgm:pt modelId="{706B7F3D-ED1C-4A92-8429-8EA7DD0F5A54}" type="pres">
      <dgm:prSet presAssocID="{2B5B277A-5114-4F5C-8BA9-50146BAA0406}" presName="textBox4c" presStyleLbl="revTx" presStyleIdx="2" presStyleCnt="4">
        <dgm:presLayoutVars>
          <dgm:bulletEnabled val="1"/>
        </dgm:presLayoutVars>
      </dgm:prSet>
      <dgm:spPr/>
    </dgm:pt>
    <dgm:pt modelId="{4596CD84-BB36-443E-BE91-5F042A626D2B}" type="pres">
      <dgm:prSet presAssocID="{D13D57E4-5698-4510-B284-E64C56CD8831}" presName="bullet4d" presStyleLbl="node1" presStyleIdx="3" presStyleCnt="4"/>
      <dgm:spPr/>
    </dgm:pt>
    <dgm:pt modelId="{349F1428-BF2E-4EEB-883F-915A3C367AB8}" type="pres">
      <dgm:prSet presAssocID="{D13D57E4-5698-4510-B284-E64C56CD8831}" presName="textBox4d" presStyleLbl="revTx" presStyleIdx="3" presStyleCnt="4">
        <dgm:presLayoutVars>
          <dgm:bulletEnabled val="1"/>
        </dgm:presLayoutVars>
      </dgm:prSet>
      <dgm:spPr/>
    </dgm:pt>
  </dgm:ptLst>
  <dgm:cxnLst>
    <dgm:cxn modelId="{5B810611-F28C-4A53-9C05-F6C3EC6DBAAC}" type="presOf" srcId="{64AC9532-ECE8-4364-87E8-8271600B14C3}" destId="{6FC9AD64-090B-4F83-81B7-3E76765E1E8F}" srcOrd="0" destOrd="0" presId="urn:microsoft.com/office/officeart/2005/8/layout/arrow2"/>
    <dgm:cxn modelId="{DBAD0F20-980A-4FEA-8637-757D511AF30C}" type="presOf" srcId="{9A3670DD-FBDF-4E40-A161-16E795E18CEA}" destId="{2EBE3580-ADA9-4E8C-B2D4-803F5099181D}" srcOrd="0" destOrd="0" presId="urn:microsoft.com/office/officeart/2005/8/layout/arrow2"/>
    <dgm:cxn modelId="{AD12D424-A15C-4B01-97AD-9023D4DF91C6}" type="presOf" srcId="{01A42577-FBE6-462E-BB58-C0AE59B16907}" destId="{706B7F3D-ED1C-4A92-8429-8EA7DD0F5A54}" srcOrd="0" destOrd="4" presId="urn:microsoft.com/office/officeart/2005/8/layout/arrow2"/>
    <dgm:cxn modelId="{2B1DD52B-5107-4A50-80C1-A213F011961C}" type="presOf" srcId="{61403A83-9BE3-40A2-B42C-973475F99AA1}" destId="{349F1428-BF2E-4EEB-883F-915A3C367AB8}" srcOrd="0" destOrd="1" presId="urn:microsoft.com/office/officeart/2005/8/layout/arrow2"/>
    <dgm:cxn modelId="{2E5F303B-54E6-4679-B933-BEE81FCD8623}" srcId="{D13D57E4-5698-4510-B284-E64C56CD8831}" destId="{1A66C9AC-2ACA-45FE-89FC-1B02925D93C1}" srcOrd="2" destOrd="0" parTransId="{8AD03E63-577C-4804-BA6F-6A348107CB26}" sibTransId="{FDA295F0-B18F-4EC3-A57C-702400C3BB23}"/>
    <dgm:cxn modelId="{B598CD3C-92C5-4497-B51D-4BA6B289469E}" type="presOf" srcId="{2B5B277A-5114-4F5C-8BA9-50146BAA0406}" destId="{706B7F3D-ED1C-4A92-8429-8EA7DD0F5A54}" srcOrd="0" destOrd="0" presId="urn:microsoft.com/office/officeart/2005/8/layout/arrow2"/>
    <dgm:cxn modelId="{DCC4E53D-E5D8-4C40-A1D4-9D0B1BE18D6F}" srcId="{9A3670DD-FBDF-4E40-A161-16E795E18CEA}" destId="{64AC9532-ECE8-4364-87E8-8271600B14C3}" srcOrd="0" destOrd="0" parTransId="{B5E3F941-1EE2-4DE5-A4D3-D1DB775E2078}" sibTransId="{4D1160E2-0A8E-4EB0-9947-2B819ED554F3}"/>
    <dgm:cxn modelId="{E38D803F-4330-4A92-99A7-BA0FCD52DEB5}" srcId="{64AC9532-ECE8-4364-87E8-8271600B14C3}" destId="{1C94207C-2542-45A0-A36B-73D12272BD94}" srcOrd="1" destOrd="0" parTransId="{1087C0A7-A635-4E79-8EDB-F256F78FD7BC}" sibTransId="{9D0910FE-31ED-4F9C-BEC7-BF616BD362DF}"/>
    <dgm:cxn modelId="{D403A83F-B792-4313-BE72-7B41186DCD2D}" type="presOf" srcId="{FB1CC76B-679D-400C-AFD5-4298C6D174A5}" destId="{706B7F3D-ED1C-4A92-8429-8EA7DD0F5A54}" srcOrd="0" destOrd="1" presId="urn:microsoft.com/office/officeart/2005/8/layout/arrow2"/>
    <dgm:cxn modelId="{690F8C42-B2A3-47CD-B26C-F9141D150351}" srcId="{ADC82244-85B1-4C69-BCF2-1BBD87D2B17B}" destId="{C73375F5-A73C-4605-89C6-41B0696826F7}" srcOrd="1" destOrd="0" parTransId="{B54E3087-E1B5-4FF6-BC86-41B652FFE700}" sibTransId="{6501A295-B085-45D0-8FF8-E8B3F329D428}"/>
    <dgm:cxn modelId="{817F3047-A784-482D-863B-4A82DF59733E}" type="presOf" srcId="{1EA01AD1-E448-4E2D-ADA6-53A58C0B38CE}" destId="{6FC9AD64-090B-4F83-81B7-3E76765E1E8F}" srcOrd="0" destOrd="1" presId="urn:microsoft.com/office/officeart/2005/8/layout/arrow2"/>
    <dgm:cxn modelId="{5E885948-A5F8-4376-9CEC-668168FFDA75}" srcId="{2B5B277A-5114-4F5C-8BA9-50146BAA0406}" destId="{01A42577-FBE6-462E-BB58-C0AE59B16907}" srcOrd="3" destOrd="0" parTransId="{79C423E0-1DF9-4BDC-ABBF-F65EDEEBF4B5}" sibTransId="{EF526793-4FE0-4F2B-A77A-4730326789D9}"/>
    <dgm:cxn modelId="{8C3D206B-1E22-43E2-A7F2-328DD2341884}" type="presOf" srcId="{C73375F5-A73C-4605-89C6-41B0696826F7}" destId="{6686508F-0ACF-4DD3-AF7B-159149581D5A}" srcOrd="0" destOrd="2" presId="urn:microsoft.com/office/officeart/2005/8/layout/arrow2"/>
    <dgm:cxn modelId="{10E8CC90-6536-434C-AE86-D2625CFEF63A}" type="presOf" srcId="{ADC82244-85B1-4C69-BCF2-1BBD87D2B17B}" destId="{6686508F-0ACF-4DD3-AF7B-159149581D5A}" srcOrd="0" destOrd="0" presId="urn:microsoft.com/office/officeart/2005/8/layout/arrow2"/>
    <dgm:cxn modelId="{EE71B5A0-D8A2-4785-AD46-A13DCBE97129}" srcId="{2B5B277A-5114-4F5C-8BA9-50146BAA0406}" destId="{FB1CC76B-679D-400C-AFD5-4298C6D174A5}" srcOrd="0" destOrd="0" parTransId="{1B69B3D2-AD7D-4247-A47A-19BFEF3822C4}" sibTransId="{AA36E6A7-47A2-4447-AFDF-6D8396FF3F68}"/>
    <dgm:cxn modelId="{F74FECA1-38A5-4DA7-918C-0CBF78E50A19}" srcId="{9A3670DD-FBDF-4E40-A161-16E795E18CEA}" destId="{2B5B277A-5114-4F5C-8BA9-50146BAA0406}" srcOrd="2" destOrd="0" parTransId="{49FC44A4-010A-4854-909C-8BF2E95476B5}" sibTransId="{BB50E682-1644-41B0-8CBB-8D853A2687BC}"/>
    <dgm:cxn modelId="{BE92C7A2-2FB4-4979-BABA-7A4DB190024A}" type="presOf" srcId="{A78F32E8-3519-46F9-88AB-799BA3CBED02}" destId="{349F1428-BF2E-4EEB-883F-915A3C367AB8}" srcOrd="0" destOrd="2" presId="urn:microsoft.com/office/officeart/2005/8/layout/arrow2"/>
    <dgm:cxn modelId="{3DFBC5A9-E452-4325-AB6E-B26C1533BCC8}" srcId="{9A3670DD-FBDF-4E40-A161-16E795E18CEA}" destId="{ADC82244-85B1-4C69-BCF2-1BBD87D2B17B}" srcOrd="1" destOrd="0" parTransId="{A93B40C5-5398-46AE-974C-106DD74E0790}" sibTransId="{52FEBF9C-DC20-470B-9450-EAE4018BF773}"/>
    <dgm:cxn modelId="{0F8387B2-CAC0-40DD-874D-DA00C360DDAA}" srcId="{2B5B277A-5114-4F5C-8BA9-50146BAA0406}" destId="{088147EB-117D-4D7B-A18D-C1F25F44CBD7}" srcOrd="1" destOrd="0" parTransId="{BAEB63A0-9C8D-4656-8692-DAAF630C2EBD}" sibTransId="{CB0C3182-0DF2-4898-B0D1-1383FA21B6AF}"/>
    <dgm:cxn modelId="{27743BB9-6B8B-4586-8CDE-297F7A33D7D1}" srcId="{9A3670DD-FBDF-4E40-A161-16E795E18CEA}" destId="{D13D57E4-5698-4510-B284-E64C56CD8831}" srcOrd="3" destOrd="0" parTransId="{B376A468-E8A1-43F6-A133-1339C123BE61}" sibTransId="{A24BA9BB-D86D-4300-B42E-915D839FC005}"/>
    <dgm:cxn modelId="{C06B4BBA-785B-44D3-BD24-2A690FE275FF}" type="presOf" srcId="{FDA06707-964D-4F46-82A2-7CECDF97DFFD}" destId="{706B7F3D-ED1C-4A92-8429-8EA7DD0F5A54}" srcOrd="0" destOrd="3" presId="urn:microsoft.com/office/officeart/2005/8/layout/arrow2"/>
    <dgm:cxn modelId="{F337AFBB-D1E0-4E7D-9D9A-51738EDAF77F}" srcId="{D13D57E4-5698-4510-B284-E64C56CD8831}" destId="{4BF03AEC-16C8-49AE-AAF8-13EDD819CCA3}" srcOrd="4" destOrd="0" parTransId="{E6CD20B0-9FBD-441A-9347-824BB43460D4}" sibTransId="{29AA24CD-B0B9-4D5F-BCC6-70B98C0A235B}"/>
    <dgm:cxn modelId="{1A7FF9C6-AD78-4A40-88B1-8ED71B932553}" type="presOf" srcId="{D13D57E4-5698-4510-B284-E64C56CD8831}" destId="{349F1428-BF2E-4EEB-883F-915A3C367AB8}" srcOrd="0" destOrd="0" presId="urn:microsoft.com/office/officeart/2005/8/layout/arrow2"/>
    <dgm:cxn modelId="{4DDB23CA-EDBF-4E79-BBEA-B91DA47641E6}" type="presOf" srcId="{088147EB-117D-4D7B-A18D-C1F25F44CBD7}" destId="{706B7F3D-ED1C-4A92-8429-8EA7DD0F5A54}" srcOrd="0" destOrd="2" presId="urn:microsoft.com/office/officeart/2005/8/layout/arrow2"/>
    <dgm:cxn modelId="{C194BAD8-6FD5-482D-BF77-DE6F58E61FFA}" type="presOf" srcId="{2E268C97-BECC-4B6C-BFD4-5B76579D6578}" destId="{349F1428-BF2E-4EEB-883F-915A3C367AB8}" srcOrd="0" destOrd="4" presId="urn:microsoft.com/office/officeart/2005/8/layout/arrow2"/>
    <dgm:cxn modelId="{C533F5D9-571F-48F6-A238-8843E524FA91}" type="presOf" srcId="{1A66C9AC-2ACA-45FE-89FC-1B02925D93C1}" destId="{349F1428-BF2E-4EEB-883F-915A3C367AB8}" srcOrd="0" destOrd="3" presId="urn:microsoft.com/office/officeart/2005/8/layout/arrow2"/>
    <dgm:cxn modelId="{417745E0-53A2-400F-8CAF-F0BF693CE991}" type="presOf" srcId="{EDEA1632-9C73-4619-BB29-734779DAC2D3}" destId="{6686508F-0ACF-4DD3-AF7B-159149581D5A}" srcOrd="0" destOrd="1" presId="urn:microsoft.com/office/officeart/2005/8/layout/arrow2"/>
    <dgm:cxn modelId="{654415E3-4FC5-4B25-B51F-D37192D90895}" srcId="{D13D57E4-5698-4510-B284-E64C56CD8831}" destId="{61403A83-9BE3-40A2-B42C-973475F99AA1}" srcOrd="0" destOrd="0" parTransId="{1A057D17-C85A-4AC7-AB55-5611CA01D8E6}" sibTransId="{68CB091C-E4BF-46CE-A66B-B56DE315922B}"/>
    <dgm:cxn modelId="{871B66EA-0F57-4EF1-9BA6-DB7F698E1644}" srcId="{ADC82244-85B1-4C69-BCF2-1BBD87D2B17B}" destId="{EDEA1632-9C73-4619-BB29-734779DAC2D3}" srcOrd="0" destOrd="0" parTransId="{1FB2BEC6-5807-4673-B0A0-2E2E357AC922}" sibTransId="{5AFF6E66-529E-4116-8540-A5686A78295A}"/>
    <dgm:cxn modelId="{6E5450EC-C5D4-4609-AD4A-571FD8EB968C}" srcId="{64AC9532-ECE8-4364-87E8-8271600B14C3}" destId="{1EA01AD1-E448-4E2D-ADA6-53A58C0B38CE}" srcOrd="0" destOrd="0" parTransId="{D004C616-AE35-410F-9230-E4D9FF7605B3}" sibTransId="{2E0C2E45-2465-4C9B-A905-A397E5101E8B}"/>
    <dgm:cxn modelId="{0C80B8EE-9E2B-4913-B584-5CFE86E30C24}" srcId="{D13D57E4-5698-4510-B284-E64C56CD8831}" destId="{2E268C97-BECC-4B6C-BFD4-5B76579D6578}" srcOrd="3" destOrd="0" parTransId="{340E8F73-A9B6-43F7-A90B-E00004876BF4}" sibTransId="{E3BCD696-47B0-4D01-8E83-09E533982714}"/>
    <dgm:cxn modelId="{E9397EF6-6FCB-414A-AA8E-B3026C5C34C6}" type="presOf" srcId="{1C94207C-2542-45A0-A36B-73D12272BD94}" destId="{6FC9AD64-090B-4F83-81B7-3E76765E1E8F}" srcOrd="0" destOrd="2" presId="urn:microsoft.com/office/officeart/2005/8/layout/arrow2"/>
    <dgm:cxn modelId="{EAE182F6-C337-4144-BE46-CD75837FA4FF}" srcId="{D13D57E4-5698-4510-B284-E64C56CD8831}" destId="{A78F32E8-3519-46F9-88AB-799BA3CBED02}" srcOrd="1" destOrd="0" parTransId="{FBF473BA-893D-4CED-97CC-E01179F22F7C}" sibTransId="{783442AB-4702-4B58-B5CB-0EA562B45988}"/>
    <dgm:cxn modelId="{3ADF06F8-55BC-42C9-995A-3CC1106E76F0}" srcId="{2B5B277A-5114-4F5C-8BA9-50146BAA0406}" destId="{FDA06707-964D-4F46-82A2-7CECDF97DFFD}" srcOrd="2" destOrd="0" parTransId="{5B668636-D617-449B-9537-9FE41DD58FAA}" sibTransId="{3FA6A242-9B30-4E5B-A8CB-A5E8C8B1D22D}"/>
    <dgm:cxn modelId="{ADCC97FF-515B-4BAC-A227-D460758A306B}" type="presOf" srcId="{4BF03AEC-16C8-49AE-AAF8-13EDD819CCA3}" destId="{349F1428-BF2E-4EEB-883F-915A3C367AB8}" srcOrd="0" destOrd="5" presId="urn:microsoft.com/office/officeart/2005/8/layout/arrow2"/>
    <dgm:cxn modelId="{34507A3F-CD8A-4CA4-B6E3-E2A90AE36381}" type="presParOf" srcId="{2EBE3580-ADA9-4E8C-B2D4-803F5099181D}" destId="{0A0DC442-8FA8-43C1-81D4-746E6611382C}" srcOrd="0" destOrd="0" presId="urn:microsoft.com/office/officeart/2005/8/layout/arrow2"/>
    <dgm:cxn modelId="{5CCEF966-30EE-401F-B68C-432DC4D489EC}" type="presParOf" srcId="{2EBE3580-ADA9-4E8C-B2D4-803F5099181D}" destId="{8B1B4F1D-2D47-424E-A584-851759644F8E}" srcOrd="1" destOrd="0" presId="urn:microsoft.com/office/officeart/2005/8/layout/arrow2"/>
    <dgm:cxn modelId="{2812D207-962A-409B-9E4D-7C5C5BC8A463}" type="presParOf" srcId="{8B1B4F1D-2D47-424E-A584-851759644F8E}" destId="{FA3660C6-BA28-495D-B404-F49E2326BCDB}" srcOrd="0" destOrd="0" presId="urn:microsoft.com/office/officeart/2005/8/layout/arrow2"/>
    <dgm:cxn modelId="{0AD9D320-7E08-4547-892B-888A8870A7D1}" type="presParOf" srcId="{8B1B4F1D-2D47-424E-A584-851759644F8E}" destId="{6FC9AD64-090B-4F83-81B7-3E76765E1E8F}" srcOrd="1" destOrd="0" presId="urn:microsoft.com/office/officeart/2005/8/layout/arrow2"/>
    <dgm:cxn modelId="{256F4C9C-3AF4-4157-980B-88DB7715B7FC}" type="presParOf" srcId="{8B1B4F1D-2D47-424E-A584-851759644F8E}" destId="{6E9332C1-6011-44BB-8DB2-ECD30D9D74CF}" srcOrd="2" destOrd="0" presId="urn:microsoft.com/office/officeart/2005/8/layout/arrow2"/>
    <dgm:cxn modelId="{2C1D7A17-F7E2-4EB8-B337-99D1D2B49268}" type="presParOf" srcId="{8B1B4F1D-2D47-424E-A584-851759644F8E}" destId="{6686508F-0ACF-4DD3-AF7B-159149581D5A}" srcOrd="3" destOrd="0" presId="urn:microsoft.com/office/officeart/2005/8/layout/arrow2"/>
    <dgm:cxn modelId="{E368EB7F-BEFA-4F23-92F3-FD1663203C21}" type="presParOf" srcId="{8B1B4F1D-2D47-424E-A584-851759644F8E}" destId="{6CF6C1E1-9BA3-43E5-A577-ECC1534D5C24}" srcOrd="4" destOrd="0" presId="urn:microsoft.com/office/officeart/2005/8/layout/arrow2"/>
    <dgm:cxn modelId="{563D1D40-8ABF-445E-B356-6B305BA8138F}" type="presParOf" srcId="{8B1B4F1D-2D47-424E-A584-851759644F8E}" destId="{706B7F3D-ED1C-4A92-8429-8EA7DD0F5A54}" srcOrd="5" destOrd="0" presId="urn:microsoft.com/office/officeart/2005/8/layout/arrow2"/>
    <dgm:cxn modelId="{3285A0E2-F8FD-4106-878F-F66D49B53B3A}" type="presParOf" srcId="{8B1B4F1D-2D47-424E-A584-851759644F8E}" destId="{4596CD84-BB36-443E-BE91-5F042A626D2B}" srcOrd="6" destOrd="0" presId="urn:microsoft.com/office/officeart/2005/8/layout/arrow2"/>
    <dgm:cxn modelId="{13FF3EBA-EA55-4209-A7CC-E764EB3D22D2}" type="presParOf" srcId="{8B1B4F1D-2D47-424E-A584-851759644F8E}" destId="{349F1428-BF2E-4EEB-883F-915A3C367AB8}" srcOrd="7" destOrd="0" presId="urn:microsoft.com/office/officeart/2005/8/layout/arrow2"/>
  </dgm:cxnLst>
  <dgm:bg>
    <a:noFill/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0DC442-8FA8-43C1-81D4-746E6611382C}">
      <dsp:nvSpPr>
        <dsp:cNvPr id="0" name=""/>
        <dsp:cNvSpPr/>
      </dsp:nvSpPr>
      <dsp:spPr>
        <a:xfrm>
          <a:off x="128520" y="0"/>
          <a:ext cx="6962140" cy="4351338"/>
        </a:xfrm>
        <a:prstGeom prst="swooshArrow">
          <a:avLst>
            <a:gd name="adj1" fmla="val 25000"/>
            <a:gd name="adj2" fmla="val 25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3660C6-BA28-495D-B404-F49E2326BCDB}">
      <dsp:nvSpPr>
        <dsp:cNvPr id="0" name=""/>
        <dsp:cNvSpPr/>
      </dsp:nvSpPr>
      <dsp:spPr>
        <a:xfrm>
          <a:off x="814290" y="3235654"/>
          <a:ext cx="160129" cy="16012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C9AD64-090B-4F83-81B7-3E76765E1E8F}">
      <dsp:nvSpPr>
        <dsp:cNvPr id="0" name=""/>
        <dsp:cNvSpPr/>
      </dsp:nvSpPr>
      <dsp:spPr>
        <a:xfrm>
          <a:off x="894355" y="3315719"/>
          <a:ext cx="1190526" cy="1035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49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Basic fiducial detection code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Basic detection of April-tags in cameras.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Standing SPOT once April-tag detected.</a:t>
          </a:r>
        </a:p>
      </dsp:txBody>
      <dsp:txXfrm>
        <a:off x="894355" y="3315719"/>
        <a:ext cx="1190526" cy="1035618"/>
      </dsp:txXfrm>
    </dsp:sp>
    <dsp:sp modelId="{6E9332C1-6011-44BB-8DB2-ECD30D9D74CF}">
      <dsp:nvSpPr>
        <dsp:cNvPr id="0" name=""/>
        <dsp:cNvSpPr/>
      </dsp:nvSpPr>
      <dsp:spPr>
        <a:xfrm>
          <a:off x="1945638" y="2223533"/>
          <a:ext cx="278485" cy="278485"/>
        </a:xfrm>
        <a:prstGeom prst="ellipse">
          <a:avLst/>
        </a:prstGeom>
        <a:solidFill>
          <a:schemeClr val="accent4">
            <a:hueOff val="2199979"/>
            <a:satOff val="-9734"/>
            <a:lumOff val="-163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86508F-0ACF-4DD3-AF7B-159149581D5A}">
      <dsp:nvSpPr>
        <dsp:cNvPr id="0" name=""/>
        <dsp:cNvSpPr/>
      </dsp:nvSpPr>
      <dsp:spPr>
        <a:xfrm>
          <a:off x="2084881" y="2362776"/>
          <a:ext cx="1462049" cy="19885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564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Displaying the cameras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Showing the live feed of all the cameras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Warning:  The code has crashed when the camera feed is given to the client.</a:t>
          </a:r>
        </a:p>
      </dsp:txBody>
      <dsp:txXfrm>
        <a:off x="2084881" y="2362776"/>
        <a:ext cx="1462049" cy="1988561"/>
      </dsp:txXfrm>
    </dsp:sp>
    <dsp:sp modelId="{6CF6C1E1-9BA3-43E5-A577-ECC1534D5C24}">
      <dsp:nvSpPr>
        <dsp:cNvPr id="0" name=""/>
        <dsp:cNvSpPr/>
      </dsp:nvSpPr>
      <dsp:spPr>
        <a:xfrm>
          <a:off x="3390283" y="1477714"/>
          <a:ext cx="368993" cy="368993"/>
        </a:xfrm>
        <a:prstGeom prst="ellipse">
          <a:avLst/>
        </a:prstGeom>
        <a:solidFill>
          <a:schemeClr val="accent4">
            <a:hueOff val="4399958"/>
            <a:satOff val="-19468"/>
            <a:lumOff val="-32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6B7F3D-ED1C-4A92-8429-8EA7DD0F5A54}">
      <dsp:nvSpPr>
        <dsp:cNvPr id="0" name=""/>
        <dsp:cNvSpPr/>
      </dsp:nvSpPr>
      <dsp:spPr>
        <a:xfrm>
          <a:off x="3574779" y="1662211"/>
          <a:ext cx="1462049" cy="2689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522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Displaying visible April-tags seen to user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Detecting all the tags visible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Showing all the tags visible in the </a:t>
          </a:r>
          <a:r>
            <a:rPr lang="en-IN" sz="900" kern="1200" dirty="0" err="1"/>
            <a:t>cmd</a:t>
          </a:r>
          <a:r>
            <a:rPr lang="en-IN" sz="900" kern="1200" dirty="0"/>
            <a:t> window.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Moving robot such that the front-right camera is aligned to the fiducial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Changing the buffer distance and the speed</a:t>
          </a:r>
        </a:p>
      </dsp:txBody>
      <dsp:txXfrm>
        <a:off x="3574779" y="1662211"/>
        <a:ext cx="1462049" cy="2689126"/>
      </dsp:txXfrm>
    </dsp:sp>
    <dsp:sp modelId="{4596CD84-BB36-443E-BE91-5F042A626D2B}">
      <dsp:nvSpPr>
        <dsp:cNvPr id="0" name=""/>
        <dsp:cNvSpPr/>
      </dsp:nvSpPr>
      <dsp:spPr>
        <a:xfrm>
          <a:off x="4963726" y="984272"/>
          <a:ext cx="494311" cy="494311"/>
        </a:xfrm>
        <a:prstGeom prst="ellipse">
          <a:avLst/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9F1428-BF2E-4EEB-883F-915A3C367AB8}">
      <dsp:nvSpPr>
        <dsp:cNvPr id="0" name=""/>
        <dsp:cNvSpPr/>
      </dsp:nvSpPr>
      <dsp:spPr>
        <a:xfrm>
          <a:off x="5210882" y="1231428"/>
          <a:ext cx="1462049" cy="3119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926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Adding more user inputs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Finding another tag and following it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Quit option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Rotating 90 degrees and search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Staying at the same place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And printing more info in the </a:t>
          </a:r>
          <a:r>
            <a:rPr lang="en-IN" sz="900" kern="1200" dirty="0" err="1"/>
            <a:t>cmd</a:t>
          </a:r>
          <a:r>
            <a:rPr lang="en-IN" sz="900" kern="1200" dirty="0"/>
            <a:t> window</a:t>
          </a:r>
        </a:p>
      </dsp:txBody>
      <dsp:txXfrm>
        <a:off x="5210882" y="1231428"/>
        <a:ext cx="1462049" cy="31199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A203B2-DAFC-40C1-A27A-67E9AB3C85AF}" type="datetimeFigureOut">
              <a:rPr lang="en-IN" smtClean="0"/>
              <a:t>14-07-25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EE337-7E0F-4DF3-B0FC-E697C9A8F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831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32072-6555-DD15-DD43-8941CD13D5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2EC093-18F7-34DD-0934-1CA05D0DD6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5ED10-F223-7726-2C15-76C2CF065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14.07.2025</a:t>
            </a:r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11A2C-6F1D-7C4D-2F46-97A6C1483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IDT projects | GDSPOT | SoSe 2025</a:t>
            </a:r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4438F-4691-3E7D-7F20-253E385EE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988D0-1470-4690-BDE1-E3A50181EF7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0244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0EE61-CAB4-6BCE-6B2A-2791F1638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A98E9-2D50-2A9B-4CE2-AFF80FA90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125BF-9817-BFAF-2B87-18D856AD1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14.07.2025</a:t>
            </a:r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13B8C-A575-8E3D-DAD1-159972DE5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IDT projects | GDSPOT | SoSe 2025</a:t>
            </a:r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F0A95-49B4-898C-E4E7-AAEC9AA8C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988D0-1470-4690-BDE1-E3A50181EF7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772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20FC2-B5E9-80C7-AF80-BE73078A2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C425E-4490-54DB-2FD2-EEF438026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DCC1B-7634-45A6-8C2D-6ECB58C6C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14.07.2025</a:t>
            </a:r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F2F6F-3F10-DFCB-CD73-3D58A8EF7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IDT projects | GDSPOT | SoSe 2025</a:t>
            </a:r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BB958-9D2D-62F2-9E2E-DEE8BC035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988D0-1470-4690-BDE1-E3A50181EF7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8425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51DE1-0C22-8361-3C1B-3D82B6D88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E4E6F-EDFC-108B-CE62-FC3EE99E5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F7EAF1-2227-D2BF-E48C-1FAE3265C0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C5A60-8449-8B46-ED11-8A6A68864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14.07.2025</a:t>
            </a:r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4A1F27-CA57-9D16-E8DE-774FC3045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IDT projects | GDSPOT | SoSe 2025</a:t>
            </a:r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0AAEE-A569-2F62-2955-6B1C2BCBC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988D0-1470-4690-BDE1-E3A50181EF7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5845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75923-C524-0962-EADB-169858EDB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26695-CA5E-E05D-13EF-F53E1ED0E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03B817-2194-D040-795E-D968387D55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055EA3-F584-AFFF-5301-59BDEDB6A9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B908F3-B32E-275C-6EE2-A0E6947DFC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374B4C-499E-8A45-58FD-3FB149419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14.07.2025</a:t>
            </a:r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001471-35CA-AB37-D6BE-99C7EE168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IDT projects | GDSPOT | SoSe 2025</a:t>
            </a:r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C23233-AFAB-1846-51D0-89B6309B7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988D0-1470-4690-BDE1-E3A50181EF7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4575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4EAE4-A806-2378-7937-CC2C50C4D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26FCD5-D686-D010-1DFA-A9FA6441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14.07.2025</a:t>
            </a:r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21BCB8-91E7-BCB8-8C9A-834F0D14F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IDT projects | GDSPOT | SoSe 2025</a:t>
            </a:r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1205B-75E4-AAF9-0780-0F2F64564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988D0-1470-4690-BDE1-E3A50181EF7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4615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43B2F2-5489-0327-A5DD-B15663527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14.07.2025</a:t>
            </a:r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74F357-8672-549F-B045-0475DAFA8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IDT projects | GDSPOT | SoSe 2025</a:t>
            </a:r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DA933-934F-9019-CBE8-7AA93CC1B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988D0-1470-4690-BDE1-E3A50181EF7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8339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7B843-3FF8-6E61-F970-8EADDABF4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16268-3D4D-9513-80C6-5DADF17E5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91CBD6-7EB3-C146-25C2-93AC82407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7BA633-3D14-E6A4-E0DE-E966029F9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14.07.2025</a:t>
            </a:r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4A97F-1B31-B51A-0B04-C86B64AA3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IDT projects | GDSPOT | SoSe 2025</a:t>
            </a:r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5C7462-AFCC-21C8-FF88-5E3F734F1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988D0-1470-4690-BDE1-E3A50181EF7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6346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411DB-650A-DFC1-8314-48486DF0A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9712BD-8D0A-6DAC-E167-760F416917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1CD971-81CD-66F2-AA15-72384A878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CBE817-9F28-3313-EC88-EDFC39CD8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14.07.2025</a:t>
            </a:r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48D7B5-D58F-40E0-015A-2218E28B9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IDT projects | GDSPOT | SoSe 2025</a:t>
            </a:r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A3BEA-AF88-4DB0-7E2D-308A975F7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988D0-1470-4690-BDE1-E3A50181EF7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8159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7B2B9-D4F7-E05A-2538-2514E66D3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25053-526B-2453-4B4D-31A89310EE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74D61-7A95-06DE-FEDA-08D8E6620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14.07.2025</a:t>
            </a:r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D82B3-B109-2E87-0370-0FF8B071C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IDT projects | GDSPOT | SoSe 2025</a:t>
            </a:r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2EDBB-F41C-858C-1DE8-214B2B121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988D0-1470-4690-BDE1-E3A50181EF7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6834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3AAF7F-1521-C5D0-DC09-598C7E2041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BE469D-313D-0EDA-A68E-4BAA72CCA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3C50D-31BF-2EC7-5B32-3D0CFB8C8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14.07.2025</a:t>
            </a:r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3930A-9642-F16D-4D8E-A61FA6F79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IDT projects | GDSPOT | SoSe 2025</a:t>
            </a:r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72843-4F48-BAB3-5E5C-ECFEC750A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988D0-1470-4690-BDE1-E3A50181EF7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414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4FDADA-2070-7993-7B46-CBAA5B5F1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09A4C-9366-44F5-CAC5-B16EB217B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DBDD5-2629-A869-6CFC-EAE30DBE10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14.07.2025</a:t>
            </a:r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3A8C1-C708-09D9-B07B-85490C6177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IDT projects | GDSPOT | SoSe 2025</a:t>
            </a:r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98445-91FC-D90C-4BDF-F735969D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6988D0-1470-4690-BDE1-E3A50181EF7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2868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bhishekdilippatil/spot-sdk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F8B8A-406C-7692-3937-2786B92BE7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Autofit/>
          </a:bodyPr>
          <a:lstStyle/>
          <a:p>
            <a:r>
              <a:rPr lang="de-DE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de-DE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SPOT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endParaRPr lang="de-DE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57C41-6CF9-7331-7745-E54B303328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Niraj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Kishor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Ladhe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Abhishek Dilip Patil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0A58F-60C2-2B31-0465-A6BA25643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14.07.2025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31D67-A6CD-37E2-F992-44ED5F5D6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IDT projects | GDSPOT | </a:t>
            </a:r>
            <a:r>
              <a:rPr lang="en-IN" dirty="0" err="1"/>
              <a:t>SoSe</a:t>
            </a:r>
            <a:r>
              <a:rPr lang="en-IN" dirty="0"/>
              <a:t> 2025</a:t>
            </a:r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CF151-7305-54A9-290E-D3D192A1C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988D0-1470-4690-BDE1-E3A50181EF78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2304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8CF2B36-F870-C737-B269-E108D0A71E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197" y="1318793"/>
            <a:ext cx="3072603" cy="26193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6E7717B-51EE-B6C9-7A94-0A65CB8F7A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197" y="3938118"/>
            <a:ext cx="3072603" cy="20484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F267D6-2E50-9C27-60E9-67AD400B5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Fiducial follow command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5D580-9028-99B4-E463-C0142B7E3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14.07.2025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F1670-9E32-AB37-4942-3274BCC3D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IDT projects | GDSPOT | SoSe 2025</a:t>
            </a:r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DE311-F27F-F537-94EA-6E603010A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988D0-1470-4690-BDE1-E3A50181EF78}" type="slidenum">
              <a:rPr lang="de-DE" smtClean="0"/>
              <a:t>2</a:t>
            </a:fld>
            <a:endParaRPr lang="de-DE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659584E-CD44-1B0D-FDEC-4F63F47815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0858084"/>
              </p:ext>
            </p:extLst>
          </p:nvPr>
        </p:nvGraphicFramePr>
        <p:xfrm>
          <a:off x="838200" y="1825625"/>
          <a:ext cx="721918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AD20DA4-85BC-2F7D-1825-EE9B136C41F2}"/>
              </a:ext>
            </a:extLst>
          </p:cNvPr>
          <p:cNvSpPr txBox="1"/>
          <p:nvPr/>
        </p:nvSpPr>
        <p:spPr>
          <a:xfrm>
            <a:off x="1531244" y="2210271"/>
            <a:ext cx="36680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Flowchart showing the development </a:t>
            </a:r>
            <a:br>
              <a:rPr lang="en-IN" dirty="0"/>
            </a:br>
            <a:r>
              <a:rPr lang="en-IN" dirty="0"/>
              <a:t>process in making a fiducial follow</a:t>
            </a:r>
          </a:p>
        </p:txBody>
      </p:sp>
    </p:spTree>
    <p:extLst>
      <p:ext uri="{BB962C8B-B14F-4D97-AF65-F5344CB8AC3E}">
        <p14:creationId xmlns:p14="http://schemas.microsoft.com/office/powerpoint/2010/main" val="3273763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46FCE-F9C7-6EBA-A389-8EFFE9785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r>
              <a:rPr lang="en-IN" dirty="0"/>
              <a:t> link: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89575-3086-3FC5-A09E-F496391BB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https://github.com/abhishekdilippatil/spot-sdk.git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8AE87-AB29-4511-9939-306A47660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14.07.2025</a:t>
            </a:r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2723D-598D-397A-21C9-E4062196A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IDT projects | GDSPOT | SoSe 2025</a:t>
            </a:r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B2434-079F-4CFE-EFF5-2FDBC0D3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988D0-1470-4690-BDE1-E3A50181EF78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7047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180</Words>
  <Application>Microsoft Office PowerPoint</Application>
  <PresentationFormat>Widescreen</PresentationFormat>
  <Paragraphs>33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Understanding of SPOT communication</vt:lpstr>
      <vt:lpstr>Fiducial follow command</vt:lpstr>
      <vt:lpstr>Git repository link: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Dilip Patil</dc:creator>
  <cp:lastModifiedBy>Abhishek Dilip Patil</cp:lastModifiedBy>
  <cp:revision>32</cp:revision>
  <dcterms:created xsi:type="dcterms:W3CDTF">2025-05-25T11:18:27Z</dcterms:created>
  <dcterms:modified xsi:type="dcterms:W3CDTF">2025-07-14T10:42:45Z</dcterms:modified>
</cp:coreProperties>
</file>