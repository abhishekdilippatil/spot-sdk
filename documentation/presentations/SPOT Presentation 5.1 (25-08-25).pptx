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2"/>
          <p:cNvSpPr txBox="1"/>
          <p:nvPr/>
        </p:nvSpPr>
        <p:spPr>
          <a:xfrm>
            <a:off x="1295400" y="4909450"/>
            <a:ext cx="62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557133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838200" y="18478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2068300" y="553992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478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4596000" y="6321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ITD | GDSPOT | SoSe 2025</a:t>
            </a:r>
            <a:endParaRPr/>
          </a:p>
        </p:txBody>
      </p:sp>
      <p:sp>
        <p:nvSpPr>
          <p:cNvPr id="14" name="Google Shape;14;p1"/>
          <p:cNvSpPr txBox="1"/>
          <p:nvPr/>
        </p:nvSpPr>
        <p:spPr>
          <a:xfrm>
            <a:off x="239475" y="6321275"/>
            <a:ext cx="15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25-08-2025</a:t>
            </a:r>
            <a:endParaRPr sz="13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415600" y="1037591"/>
            <a:ext cx="11360800" cy="11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GDSPOT Program Development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415600" y="2695535"/>
            <a:ext cx="11360800" cy="12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Niraj Kishor Ladhe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Abhishek Dilip Patil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Previous Minutes of Meeting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557133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a stable “fiducial follow ” Program.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manual control (WASD) along with Fiducial detection.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user interface for specific tasks.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lagging and  camera errors.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8965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57133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is more robust and presentable. Fiducial follow, Camera service can be toggled without overloading the communication link.</a:t>
            </a:r>
            <a:endParaRPr/>
          </a:p>
          <a:p>
            <a:pPr indent="-456565" lvl="0" marL="608965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ID detection is done by "world object detection" instead of detecting from camera feed on computer.</a:t>
            </a:r>
            <a:endParaRPr/>
          </a:p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WASD has higher priority over fiducial follow.</a:t>
            </a:r>
            <a:endParaRPr/>
          </a:p>
          <a:p>
            <a:pPr indent="-456565" lvl="0" marL="608965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SPOT is trained to follow only one Tag (ID:5), but it can be trained for other tags as well.</a:t>
            </a:r>
            <a:endParaRPr/>
          </a:p>
          <a:p>
            <a:pPr indent="-4565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Lease, power and motor control is handled by user. The owner has a strong leash over the dog.</a:t>
            </a:r>
            <a:endParaRPr/>
          </a:p>
          <a:p>
            <a:pPr indent="-342265" lvl="0" marL="608965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Goals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557133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422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608965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Combining Xbox controller with current program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565" lvl="0" marL="608965" marR="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Adding stairs mode in fiducial follow (Detection and setting backfisheye camera as main camera)</a:t>
            </a:r>
            <a:endParaRPr/>
          </a:p>
          <a:p>
            <a:pPr indent="-342265" lvl="0" marL="608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