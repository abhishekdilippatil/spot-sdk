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6"/>
  </p:notesMasterIdLst>
  <p:sldIdLst>
    <p:sldId id="257" r:id="rId2"/>
    <p:sldId id="258" r:id="rId3"/>
    <p:sldId id="259" r:id="rId4"/>
    <p:sldId id="260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BBB525E-4402-4E74-AD73-A9D903F5E457}" v="37" dt="2025-08-25T10:23:17.950"/>
    <p1510:client id="{4D0F6E21-99A4-42AB-968E-49478A3F00C0}" v="64" dt="2025-08-25T10:20:53.13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72" autoAdjust="0"/>
    <p:restoredTop sz="94660"/>
  </p:normalViewPr>
  <p:slideViewPr>
    <p:cSldViewPr snapToGrid="0">
      <p:cViewPr varScale="1">
        <p:scale>
          <a:sx n="86" d="100"/>
          <a:sy n="86" d="100"/>
        </p:scale>
        <p:origin x="96" y="8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microsoft.com/office/2015/10/relationships/revisionInfo" Target="revisionInfo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95AFBEA-1A1D-47E7-9E98-1B06E809F259}" type="datetimeFigureOut">
              <a:t>8/25/2025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E3332A-E312-4D48-9252-FE78413F9DBE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3305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" name="Google Shape;54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74c6db5a84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g374c6db5a84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g374c6db5a84_0_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" name="Google Shape;68;g374c6db5a84_0_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374c6db5a84_0_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" name="Google Shape;86;g374c6db5a84_0_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8/25/2025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ITD | GDSPOT | SoSe 2025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8/25/2025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ITD | GDSPOT | SoSe 2025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8/25/2025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ITD | GDSPOT | SoSe 2025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8/25/2025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ITD | GDSPOT | SoSe 2025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8/25/2025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ITD | GDSPOT | SoSe 2025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  <p:hf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8/25/2025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ITD | GDSPOT | SoSe 2025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8/25/2025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ITD | GDSPOT | SoSe 2025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8/25/2025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ITD | GDSPOT | SoSe 2025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8/25/2025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ITD | GDSPOT | SoSe 2025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  <p:hf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8/25/2025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ITD | GDSPOT | SoSe 2025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  <p:hf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8/25/2025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ITD | GDSPOT | SoSe 2025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  <p:hf hd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4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body" idx="1"/>
          </p:nvPr>
        </p:nvSpPr>
        <p:spPr>
          <a:xfrm>
            <a:off x="557133" y="1536633"/>
            <a:ext cx="113608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09585" lvl="0" indent="-457189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1219170" lvl="1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1" name="Google Shape;21;p4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002371100"/>
      </p:ext>
    </p:extLst>
  </p:cSld>
  <p:clrMapOvr>
    <a:masterClrMapping/>
  </p:clrMapOvr>
  <p:hf hd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8/25/2025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/>
              <a:t>ITD | GDSPOT | SoSe 2025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3"/>
          <p:cNvSpPr txBox="1">
            <a:spLocks noGrp="1"/>
          </p:cNvSpPr>
          <p:nvPr>
            <p:ph type="ctrTitle"/>
          </p:nvPr>
        </p:nvSpPr>
        <p:spPr>
          <a:xfrm>
            <a:off x="415600" y="1037591"/>
            <a:ext cx="11360800" cy="11288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 b="1" dirty="0"/>
              <a:t>GDSPOT Program Development</a:t>
            </a:r>
            <a:endParaRPr lang="en-US" sz="3200" b="1" dirty="0"/>
          </a:p>
        </p:txBody>
      </p:sp>
      <p:sp>
        <p:nvSpPr>
          <p:cNvPr id="57" name="Google Shape;57;p13"/>
          <p:cNvSpPr txBox="1">
            <a:spLocks noGrp="1"/>
          </p:cNvSpPr>
          <p:nvPr>
            <p:ph type="subTitle" idx="1"/>
          </p:nvPr>
        </p:nvSpPr>
        <p:spPr>
          <a:xfrm>
            <a:off x="415600" y="2695535"/>
            <a:ext cx="11360800" cy="12548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dk1"/>
                </a:solidFill>
              </a:rPr>
              <a:t>Niraj Kishor Ladhe</a:t>
            </a:r>
            <a:endParaRPr sz="2400">
              <a:solidFill>
                <a:schemeClr val="dk1"/>
              </a:solidFill>
            </a:endParaRPr>
          </a:p>
          <a:p>
            <a:pPr marL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dk1"/>
                </a:solidFill>
              </a:rPr>
              <a:t>Abhishek Dilip Patil</a:t>
            </a:r>
            <a:endParaRPr sz="2400">
              <a:solidFill>
                <a:schemeClr val="dk1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DEB763-78B8-71F4-BCA2-D8B4D087B8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809281-3FF4-BDCA-CA37-61F4B75373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ITD | GDSPOT | SoSe 2025</a:t>
            </a:r>
          </a:p>
        </p:txBody>
      </p:sp>
    </p:spTree>
    <p:extLst>
      <p:ext uri="{BB962C8B-B14F-4D97-AF65-F5344CB8AC3E}">
        <p14:creationId xmlns:p14="http://schemas.microsoft.com/office/powerpoint/2010/main" val="3248033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4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 b="1" dirty="0"/>
              <a:t>Previous Minutes of Meeting</a:t>
            </a:r>
            <a:endParaRPr sz="3200" b="1" dirty="0"/>
          </a:p>
        </p:txBody>
      </p:sp>
      <p:sp>
        <p:nvSpPr>
          <p:cNvPr id="64" name="Google Shape;64;p14"/>
          <p:cNvSpPr txBox="1">
            <a:spLocks noGrp="1"/>
          </p:cNvSpPr>
          <p:nvPr>
            <p:ph type="body" idx="1"/>
          </p:nvPr>
        </p:nvSpPr>
        <p:spPr>
          <a:xfrm>
            <a:off x="557133" y="1536633"/>
            <a:ext cx="11360800" cy="455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608965" indent="-456565">
              <a:buClr>
                <a:schemeClr val="dk1"/>
              </a:buClr>
              <a:buAutoNum type="arabicPeriod"/>
            </a:pPr>
            <a:r>
              <a:rPr lang="en" sz="2800" dirty="0">
                <a:solidFill>
                  <a:schemeClr val="dk1"/>
                </a:solidFill>
              </a:rPr>
              <a:t>Build a stable “fiducial follow ” Program.</a:t>
            </a:r>
            <a:endParaRPr lang="en-US" sz="2800" dirty="0">
              <a:solidFill>
                <a:schemeClr val="dk1"/>
              </a:solidFill>
            </a:endParaRPr>
          </a:p>
          <a:p>
            <a:pPr marL="608965" indent="-456565">
              <a:buClr>
                <a:schemeClr val="dk1"/>
              </a:buClr>
              <a:buAutoNum type="arabicPeriod"/>
            </a:pPr>
            <a:r>
              <a:rPr lang="en" sz="2800" dirty="0">
                <a:solidFill>
                  <a:schemeClr val="dk1"/>
                </a:solidFill>
              </a:rPr>
              <a:t>Combine manual control (WASD) along with Fiducial detection.</a:t>
            </a:r>
            <a:endParaRPr sz="2800">
              <a:solidFill>
                <a:schemeClr val="dk1"/>
              </a:solidFill>
            </a:endParaRPr>
          </a:p>
          <a:p>
            <a:pPr marL="608965" lvl="0" indent="-45656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AutoNum type="arabicPeriod"/>
            </a:pPr>
            <a:r>
              <a:rPr lang="en" sz="2800" dirty="0">
                <a:solidFill>
                  <a:schemeClr val="dk1"/>
                </a:solidFill>
              </a:rPr>
              <a:t>An user interface for specific tasks.</a:t>
            </a:r>
            <a:endParaRPr sz="2800">
              <a:solidFill>
                <a:schemeClr val="dk1"/>
              </a:solidFill>
            </a:endParaRPr>
          </a:p>
          <a:p>
            <a:pPr marL="608965" lvl="0" indent="-45656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AutoNum type="arabicPeriod"/>
            </a:pPr>
            <a:r>
              <a:rPr lang="en" sz="2800" dirty="0">
                <a:solidFill>
                  <a:schemeClr val="dk1"/>
                </a:solidFill>
              </a:rPr>
              <a:t>Reduce lagging and  camera errors.</a:t>
            </a:r>
            <a:endParaRPr sz="2800">
              <a:solidFill>
                <a:schemeClr val="dk1"/>
              </a:solidFill>
            </a:endParaRPr>
          </a:p>
          <a:p>
            <a:pPr marL="608965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6BC638A-5CEF-7AF0-0E9C-74A0FBE48BF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99762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5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 b="1" dirty="0"/>
              <a:t>Progress</a:t>
            </a:r>
            <a:endParaRPr sz="3200" b="1" dirty="0"/>
          </a:p>
        </p:txBody>
      </p:sp>
      <p:sp>
        <p:nvSpPr>
          <p:cNvPr id="71" name="Google Shape;71;p15"/>
          <p:cNvSpPr txBox="1">
            <a:spLocks noGrp="1"/>
          </p:cNvSpPr>
          <p:nvPr>
            <p:ph type="body" idx="1"/>
          </p:nvPr>
        </p:nvSpPr>
        <p:spPr>
          <a:xfrm>
            <a:off x="557133" y="1536633"/>
            <a:ext cx="11360800" cy="4555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608965" indent="-456565">
              <a:buClr>
                <a:schemeClr val="dk1"/>
              </a:buClr>
              <a:buAutoNum type="arabicPeriod"/>
            </a:pPr>
            <a:r>
              <a:rPr lang="en" sz="2800" dirty="0">
                <a:solidFill>
                  <a:schemeClr val="dk1"/>
                </a:solidFill>
              </a:rPr>
              <a:t>Code is more robust and presentable. Fiducial follow, Camera service can be toggled without overloading the communication link.</a:t>
            </a:r>
          </a:p>
          <a:p>
            <a:pPr marL="608965" indent="-456565">
              <a:lnSpc>
                <a:spcPct val="114999"/>
              </a:lnSpc>
              <a:buClr>
                <a:schemeClr val="dk1"/>
              </a:buClr>
              <a:buAutoNum type="arabicPeriod"/>
            </a:pPr>
            <a:r>
              <a:rPr lang="en" sz="2800" dirty="0">
                <a:solidFill>
                  <a:schemeClr val="dk1"/>
                </a:solidFill>
              </a:rPr>
              <a:t>Tag ID detection is done by "world object detection" instead of detecting from camera feed on computer.</a:t>
            </a:r>
          </a:p>
          <a:p>
            <a:pPr marL="608965" indent="-456565">
              <a:buClr>
                <a:schemeClr val="dk1"/>
              </a:buClr>
              <a:buAutoNum type="arabicPeriod"/>
            </a:pPr>
            <a:r>
              <a:rPr lang="en" sz="2800" dirty="0">
                <a:solidFill>
                  <a:schemeClr val="dk1"/>
                </a:solidFill>
              </a:rPr>
              <a:t>Manual WASD has higher priority over fiducial follow.</a:t>
            </a:r>
          </a:p>
          <a:p>
            <a:pPr marL="608965" indent="-456565">
              <a:lnSpc>
                <a:spcPct val="114999"/>
              </a:lnSpc>
              <a:buClr>
                <a:schemeClr val="dk1"/>
              </a:buClr>
              <a:buAutoNum type="arabicPeriod"/>
            </a:pPr>
            <a:r>
              <a:rPr lang="en" sz="2800" dirty="0">
                <a:solidFill>
                  <a:schemeClr val="dk1"/>
                </a:solidFill>
              </a:rPr>
              <a:t>SPOT is trained to follow only one Tag (ID:5), but it can be trained for other tags as well.</a:t>
            </a:r>
          </a:p>
          <a:p>
            <a:pPr marL="608965" indent="-456565">
              <a:buClr>
                <a:schemeClr val="dk1"/>
              </a:buClr>
              <a:buAutoNum type="arabicPeriod"/>
            </a:pPr>
            <a:r>
              <a:rPr lang="en" sz="2800" dirty="0">
                <a:solidFill>
                  <a:schemeClr val="dk1"/>
                </a:solidFill>
              </a:rPr>
              <a:t>Lease, power and motor control is handled by user. The owner has a strong leash over the dog.</a:t>
            </a:r>
          </a:p>
          <a:p>
            <a:pPr marL="608965" indent="-456565">
              <a:lnSpc>
                <a:spcPct val="114999"/>
              </a:lnSpc>
              <a:buClr>
                <a:schemeClr val="dk1"/>
              </a:buClr>
              <a:buAutoNum type="arabicPeriod"/>
            </a:pPr>
            <a:endParaRPr lang="en" sz="2400" dirty="0">
              <a:solidFill>
                <a:schemeClr val="dk1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0447618-84A8-B28E-D14C-2633F5D6FA5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73876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7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 b="1" dirty="0"/>
              <a:t>Next Goals</a:t>
            </a:r>
            <a:endParaRPr lang="en-US" sz="3200" b="1"/>
          </a:p>
        </p:txBody>
      </p:sp>
      <p:sp>
        <p:nvSpPr>
          <p:cNvPr id="89" name="Google Shape;89;p17"/>
          <p:cNvSpPr txBox="1">
            <a:spLocks noGrp="1"/>
          </p:cNvSpPr>
          <p:nvPr>
            <p:ph type="body" idx="1"/>
          </p:nvPr>
        </p:nvSpPr>
        <p:spPr>
          <a:xfrm>
            <a:off x="557133" y="1536633"/>
            <a:ext cx="11360800" cy="455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608965" lvl="0" indent="-45656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AutoNum type="arabicPeriod"/>
            </a:pPr>
            <a:endParaRPr lang="en" sz="2800" dirty="0">
              <a:solidFill>
                <a:schemeClr val="dk1"/>
              </a:solidFill>
            </a:endParaRPr>
          </a:p>
          <a:p>
            <a:pPr marL="608965" lvl="0" indent="-456565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AutoNum type="arabicPeriod"/>
            </a:pPr>
            <a:r>
              <a:rPr lang="en" sz="2800" dirty="0">
                <a:solidFill>
                  <a:schemeClr val="dk1"/>
                </a:solidFill>
              </a:rPr>
              <a:t>Combining Xbox controller with current program</a:t>
            </a:r>
            <a:endParaRPr sz="2800">
              <a:solidFill>
                <a:schemeClr val="dk1"/>
              </a:solidFill>
            </a:endParaRPr>
          </a:p>
          <a:p>
            <a:pPr marL="608965" indent="-456565">
              <a:lnSpc>
                <a:spcPct val="114999"/>
              </a:lnSpc>
              <a:buClr>
                <a:schemeClr val="dk1"/>
              </a:buClr>
              <a:buAutoNum type="arabicPeriod"/>
            </a:pPr>
            <a:r>
              <a:rPr lang="en" sz="2800" dirty="0">
                <a:solidFill>
                  <a:schemeClr val="dk1"/>
                </a:solidFill>
              </a:rPr>
              <a:t>Adding stairs mode in fiducial follow (Detection and setting </a:t>
            </a:r>
            <a:r>
              <a:rPr lang="en" sz="2800" dirty="0" err="1">
                <a:solidFill>
                  <a:schemeClr val="dk1"/>
                </a:solidFill>
              </a:rPr>
              <a:t>backfisheye</a:t>
            </a:r>
            <a:r>
              <a:rPr lang="en" sz="2800" dirty="0">
                <a:solidFill>
                  <a:schemeClr val="dk1"/>
                </a:solidFill>
              </a:rPr>
              <a:t> camera as main camera)</a:t>
            </a:r>
          </a:p>
          <a:p>
            <a:pPr marL="608965" lvl="0" indent="-456565" algn="l" rtl="0">
              <a:buClr>
                <a:srgbClr val="000000"/>
              </a:buClr>
              <a:buAutoNum type="arabicPeriod"/>
            </a:pPr>
            <a:endParaRPr lang="en" sz="2800" dirty="0">
              <a:solidFill>
                <a:schemeClr val="dk1"/>
              </a:solidFill>
            </a:endParaRPr>
          </a:p>
          <a:p>
            <a:pPr marL="0" indent="0">
              <a:spcBef>
                <a:spcPts val="1600"/>
              </a:spcBef>
              <a:spcAft>
                <a:spcPts val="1600"/>
              </a:spcAft>
              <a:buNone/>
            </a:pPr>
            <a:endParaRPr lang="en-US" sz="2800" dirty="0">
              <a:solidFill>
                <a:schemeClr val="dk1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7F6B614-2FDE-DA74-3AB7-6AA676F3CCC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4</Slides>
  <Notes>4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5" baseType="lpstr">
      <vt:lpstr>office theme</vt:lpstr>
      <vt:lpstr>GDSPOT Program Development</vt:lpstr>
      <vt:lpstr>Previous Minutes of Meeting</vt:lpstr>
      <vt:lpstr>Progress</vt:lpstr>
      <vt:lpstr>Next Goals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64</cp:revision>
  <dcterms:created xsi:type="dcterms:W3CDTF">2025-08-25T08:38:33Z</dcterms:created>
  <dcterms:modified xsi:type="dcterms:W3CDTF">2025-08-25T10:24:28Z</dcterms:modified>
</cp:coreProperties>
</file>