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1908be4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631908be4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31908be4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31908be4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376706" y="625006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Working With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 SPOT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376700" y="2092294"/>
            <a:ext cx="6390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Niraj Kishor Ladhe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Abhishek Dilip Patil</a:t>
            </a:r>
            <a:endParaRPr/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/>
              <a:t>14</a:t>
            </a:r>
            <a:r>
              <a:rPr lang="en" sz="1100"/>
              <a:t>.07.2025</a:t>
            </a:r>
            <a:endParaRPr sz="1100"/>
          </a:p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/>
              <a:t>IDT projects | GDSPOT | SoSe 2025</a:t>
            </a:r>
            <a:endParaRPr sz="1100"/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34793" y="47566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87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760475"/>
            <a:ext cx="85206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</a:t>
            </a:r>
            <a:r>
              <a:rPr lang="en"/>
              <a:t>AprilTags using onboard cameras </a:t>
            </a:r>
            <a:r>
              <a:rPr lang="en"/>
              <a:t>and Follow the AprilTags on user command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92375"/>
            <a:ext cx="3731067" cy="20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117" y="2884075"/>
            <a:ext cx="2098724" cy="2098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4"/>
          <p:cNvCxnSpPr/>
          <p:nvPr/>
        </p:nvCxnSpPr>
        <p:spPr>
          <a:xfrm>
            <a:off x="4029175" y="3231100"/>
            <a:ext cx="1814400" cy="8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/>
          <p:nvPr/>
        </p:nvCxnSpPr>
        <p:spPr>
          <a:xfrm flipH="1">
            <a:off x="4112475" y="3896925"/>
            <a:ext cx="1739400" cy="16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